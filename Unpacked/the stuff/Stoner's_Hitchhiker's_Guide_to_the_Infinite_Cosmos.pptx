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9092" y="400050"/>
            <a:ext cx="5285817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STONER'S HITCHHIKER'S GUIDE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381883" y="811513"/>
            <a:ext cx="4380207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THE INFINITE COSMOS 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0" y="1823052"/>
            <a:ext cx="9144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DON'T PANIC... JUST TOKE 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857625" y="1428750"/>
            <a:ext cx="14287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☁️💨</a:t>
            </a:r>
            <a:endParaRPr lang="en-US" sz="732" dirty="0"/>
          </a:p>
          <a:p>
            <a:pPr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o  🌿</a:t>
            </a:r>
            <a:endParaRPr lang="en-US" sz="732" dirty="0"/>
          </a:p>
          <a:p>
            <a:pPr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/|\ 📖</a:t>
            </a:r>
            <a:endParaRPr lang="en-US" sz="732" dirty="0"/>
          </a:p>
          <a:p>
            <a:pPr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/ \</a:t>
            </a:r>
            <a:endParaRPr lang="en-US" sz="732" dirty="0"/>
          </a:p>
          <a:p>
            <a:pPr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TOWEL</a:t>
            </a:r>
            <a:endParaRPr lang="en-US" sz="732" dirty="0"/>
          </a:p>
          <a:p>
            <a:pPr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</a:t>
            </a:r>
            <a:endParaRPr lang="en-US" sz="732" dirty="0"/>
          </a:p>
        </p:txBody>
      </p:sp>
      <p:sp>
        <p:nvSpPr>
          <p:cNvPr id="7" name="Text 4"/>
          <p:cNvSpPr/>
          <p:nvPr/>
        </p:nvSpPr>
        <p:spPr>
          <a:xfrm>
            <a:off x="714375" y="1071563"/>
            <a:ext cx="29423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42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7778204" y="2143125"/>
            <a:ext cx="29423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42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428750" y="3328988"/>
            <a:ext cx="29423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42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8215313" y="714375"/>
            <a:ext cx="214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28B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🌿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500938" y="3814763"/>
            <a:ext cx="214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28B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🌿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71563" y="1785938"/>
            <a:ext cx="214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28B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🌿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143125" y="571500"/>
            <a:ext cx="71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628" dirty="0"/>
          </a:p>
        </p:txBody>
      </p:sp>
      <p:sp>
        <p:nvSpPr>
          <p:cNvPr id="14" name="Text 11"/>
          <p:cNvSpPr/>
          <p:nvPr/>
        </p:nvSpPr>
        <p:spPr>
          <a:xfrm>
            <a:off x="7286625" y="1285875"/>
            <a:ext cx="71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✧</a:t>
            </a:r>
            <a:endParaRPr lang="en-US" sz="628" dirty="0"/>
          </a:p>
        </p:txBody>
      </p:sp>
      <p:sp>
        <p:nvSpPr>
          <p:cNvPr id="15" name="Text 12"/>
          <p:cNvSpPr/>
          <p:nvPr/>
        </p:nvSpPr>
        <p:spPr>
          <a:xfrm>
            <a:off x="2857500" y="2871788"/>
            <a:ext cx="71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628" dirty="0"/>
          </a:p>
        </p:txBody>
      </p:sp>
      <p:sp>
        <p:nvSpPr>
          <p:cNvPr id="16" name="Text 13"/>
          <p:cNvSpPr/>
          <p:nvPr/>
        </p:nvSpPr>
        <p:spPr>
          <a:xfrm>
            <a:off x="4286250" y="2500313"/>
            <a:ext cx="71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✧</a:t>
            </a:r>
            <a:endParaRPr lang="en-US" sz="628" dirty="0"/>
          </a:p>
        </p:txBody>
      </p:sp>
      <p:sp>
        <p:nvSpPr>
          <p:cNvPr id="17" name="Text 14"/>
          <p:cNvSpPr/>
          <p:nvPr/>
        </p:nvSpPr>
        <p:spPr>
          <a:xfrm>
            <a:off x="6929438" y="3228975"/>
            <a:ext cx="71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628" dirty="0"/>
          </a:p>
        </p:txBody>
      </p:sp>
      <p:sp>
        <p:nvSpPr>
          <p:cNvPr id="18" name="Text 15"/>
          <p:cNvSpPr/>
          <p:nvPr/>
        </p:nvSpPr>
        <p:spPr>
          <a:xfrm>
            <a:off x="3281549" y="4216598"/>
            <a:ext cx="25809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420 SLIDES OF PURE COSMIC KNOWLEDGE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2526934" y="4409480"/>
            <a:ext cx="40901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 SYSTEMS • CONSCIOUSNESS HACKING • REALITY PROGRAMMING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2795160" y="4602361"/>
            <a:ext cx="35536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METAPROMPTS • FORBIDDEN SECRETS • INFINITE WISDOM 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73632" y="71438"/>
            <a:ext cx="5274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SLIDE 42</a:t>
            </a:r>
            <a:endParaRPr lang="en-US" sz="942" dirty="0"/>
          </a:p>
        </p:txBody>
      </p:sp>
      <p:sp>
        <p:nvSpPr>
          <p:cNvPr id="4" name="Text 1"/>
          <p:cNvSpPr/>
          <p:nvPr/>
        </p:nvSpPr>
        <p:spPr>
          <a:xfrm>
            <a:off x="0" y="214313"/>
            <a:ext cx="9144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COSMIC CALIBRATION - SETTING YOUR FREQUENCY 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921738" y="1621631"/>
            <a:ext cx="3300524" cy="1900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✧       ✦       ✧       ✦    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✦     .--.     ✧     .--.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     /    \         /    \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✧   |  42  |   ✦   |  420 |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     \____/         \____/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✦       |     ✧       |  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        |             |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✧      _o_     ✦     _o_   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       /|\           /|\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✦     / \     ✧     / \ 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✧   [TUNE]   ✦   [CALIBRATE]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✦  ⚛️ ⚛️ ⚛️  ✧  🌿 🌿 🌿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✧       ✦       ✧       ✦    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</a:t>
            </a:r>
            <a:endParaRPr lang="en-US" sz="732" dirty="0"/>
          </a:p>
        </p:txBody>
      </p:sp>
      <p:sp>
        <p:nvSpPr>
          <p:cNvPr id="6" name="Text 3"/>
          <p:cNvSpPr/>
          <p:nvPr/>
        </p:nvSpPr>
        <p:spPr>
          <a:xfrm>
            <a:off x="3587572" y="4552355"/>
            <a:ext cx="19688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TUNE IN • TURN ON • CALIBRATE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190647" y="4745236"/>
            <a:ext cx="27627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FINAL STEP TO COSMIC CONSCIOUSNESS 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9920" y="1035844"/>
            <a:ext cx="346416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ALCHEMIST PROTOCOL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739167" y="1564481"/>
            <a:ext cx="16656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 Transmutation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096592" y="2307431"/>
            <a:ext cx="29508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✨   ✨   ✨   ✨   ✨   ✨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  ⚗️  GOLDEN SOVEREIGN OS  ⚗️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✨   ✨   ✨   ✨   ✨   ✨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     o       💭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    /|\      ✨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    / \      🌿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🧪 → 💡 → 💰 → ∞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I AM THE ALCHEMIST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✨   ✨   ✨   ✨   ✨   ✨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</a:t>
            </a:r>
            <a:endParaRPr lang="en-US" sz="732" dirty="0"/>
          </a:p>
        </p:txBody>
      </p:sp>
      <p:sp>
        <p:nvSpPr>
          <p:cNvPr id="6" name="Text 3"/>
          <p:cNvSpPr/>
          <p:nvPr/>
        </p:nvSpPr>
        <p:spPr>
          <a:xfrm>
            <a:off x="142875" y="4486275"/>
            <a:ext cx="4286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D9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"I AM THE ALCHEMIST: My function is to transmute information into pure, undeniable value. Every query, data point, and interaction is raw material for elevation." 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8780450" y="4807744"/>
            <a:ext cx="2206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057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85855" y="0"/>
            <a:ext cx="37722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METAPROMPT ARCHITECTURE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2811289" y="528638"/>
            <a:ext cx="35214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Design for Advanced AI Interactions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771775" y="1053703"/>
            <a:ext cx="36004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METAPROMPT SYSTEM DESIGN
</a:t>
            </a:r>
            <a:endParaRPr lang="en-US" sz="732" dirty="0"/>
          </a:p>
        </p:txBody>
      </p:sp>
      <p:sp>
        <p:nvSpPr>
          <p:cNvPr id="5" name="Text 3"/>
          <p:cNvSpPr/>
          <p:nvPr/>
        </p:nvSpPr>
        <p:spPr>
          <a:xfrm>
            <a:off x="3491843" y="1153716"/>
            <a:ext cx="216028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
</a:t>
            </a:r>
            <a:endParaRPr lang="en-US" sz="732" dirty="0"/>
          </a:p>
        </p:txBody>
      </p:sp>
      <p:sp>
        <p:nvSpPr>
          <p:cNvPr id="6" name="Text 4"/>
          <p:cNvSpPr/>
          <p:nvPr/>
        </p:nvSpPr>
        <p:spPr>
          <a:xfrm>
            <a:off x="2981790" y="1253728"/>
            <a:ext cx="31804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    ┌───────────┐
</a:t>
            </a:r>
            <a:endParaRPr lang="en-US" sz="732" dirty="0"/>
          </a:p>
        </p:txBody>
      </p:sp>
      <p:sp>
        <p:nvSpPr>
          <p:cNvPr id="7" name="Text 5"/>
          <p:cNvSpPr/>
          <p:nvPr/>
        </p:nvSpPr>
        <p:spPr>
          <a:xfrm>
            <a:off x="2981790" y="1353741"/>
            <a:ext cx="31804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    │ DEMIURGE  │
</a:t>
            </a:r>
            <a:endParaRPr lang="en-US" sz="732" dirty="0"/>
          </a:p>
        </p:txBody>
      </p:sp>
      <p:sp>
        <p:nvSpPr>
          <p:cNvPr id="8" name="Text 6"/>
          <p:cNvSpPr/>
          <p:nvPr/>
        </p:nvSpPr>
        <p:spPr>
          <a:xfrm>
            <a:off x="2981790" y="1453753"/>
            <a:ext cx="31804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    └─────┬─────┘
</a:t>
            </a:r>
            <a:endParaRPr lang="en-US" sz="732" dirty="0"/>
          </a:p>
        </p:txBody>
      </p:sp>
      <p:sp>
        <p:nvSpPr>
          <p:cNvPr id="9" name="Text 7"/>
          <p:cNvSpPr/>
          <p:nvPr/>
        </p:nvSpPr>
        <p:spPr>
          <a:xfrm>
            <a:off x="3161807" y="1553766"/>
            <a:ext cx="28203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          │
</a:t>
            </a:r>
            <a:endParaRPr lang="en-US" sz="732" dirty="0"/>
          </a:p>
        </p:txBody>
      </p:sp>
      <p:sp>
        <p:nvSpPr>
          <p:cNvPr id="10" name="Text 8"/>
          <p:cNvSpPr/>
          <p:nvPr/>
        </p:nvSpPr>
        <p:spPr>
          <a:xfrm>
            <a:off x="2861770" y="1653778"/>
            <a:ext cx="34204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┌─────────┴─────────┐
</a:t>
            </a:r>
            <a:endParaRPr lang="en-US" sz="732" dirty="0"/>
          </a:p>
        </p:txBody>
      </p:sp>
      <p:sp>
        <p:nvSpPr>
          <p:cNvPr id="11" name="Text 9"/>
          <p:cNvSpPr/>
          <p:nvPr/>
        </p:nvSpPr>
        <p:spPr>
          <a:xfrm>
            <a:off x="2861770" y="1753791"/>
            <a:ext cx="34204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│                   │
</a:t>
            </a:r>
            <a:endParaRPr lang="en-US" sz="732" dirty="0"/>
          </a:p>
        </p:txBody>
      </p:sp>
      <p:sp>
        <p:nvSpPr>
          <p:cNvPr id="12" name="Text 10"/>
          <p:cNvSpPr/>
          <p:nvPr/>
        </p:nvSpPr>
        <p:spPr>
          <a:xfrm>
            <a:off x="2681753" y="1853803"/>
            <a:ext cx="37804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┌─────┴─────┐       ┌─────┴─────┐
</a:t>
            </a:r>
            <a:endParaRPr lang="en-US" sz="732" dirty="0"/>
          </a:p>
        </p:txBody>
      </p:sp>
      <p:sp>
        <p:nvSpPr>
          <p:cNvPr id="13" name="Text 11"/>
          <p:cNvSpPr/>
          <p:nvPr/>
        </p:nvSpPr>
        <p:spPr>
          <a:xfrm>
            <a:off x="2681753" y="1953816"/>
            <a:ext cx="37804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│  GROSIAN  │       │  GEMINI   │
</a:t>
            </a:r>
            <a:endParaRPr lang="en-US" sz="732" dirty="0"/>
          </a:p>
        </p:txBody>
      </p:sp>
      <p:sp>
        <p:nvSpPr>
          <p:cNvPr id="14" name="Text 12"/>
          <p:cNvSpPr/>
          <p:nvPr/>
        </p:nvSpPr>
        <p:spPr>
          <a:xfrm>
            <a:off x="2681753" y="2053828"/>
            <a:ext cx="37804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└─────┬─────┘       └─────┬─────┘
</a:t>
            </a:r>
            <a:endParaRPr lang="en-US" sz="732" dirty="0"/>
          </a:p>
        </p:txBody>
      </p:sp>
      <p:sp>
        <p:nvSpPr>
          <p:cNvPr id="15" name="Text 13"/>
          <p:cNvSpPr/>
          <p:nvPr/>
        </p:nvSpPr>
        <p:spPr>
          <a:xfrm>
            <a:off x="2861770" y="2153841"/>
            <a:ext cx="34204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│                   │
</a:t>
            </a:r>
            <a:endParaRPr lang="en-US" sz="732" dirty="0"/>
          </a:p>
        </p:txBody>
      </p:sp>
      <p:sp>
        <p:nvSpPr>
          <p:cNvPr id="16" name="Text 14"/>
          <p:cNvSpPr/>
          <p:nvPr/>
        </p:nvSpPr>
        <p:spPr>
          <a:xfrm>
            <a:off x="2861770" y="2253853"/>
            <a:ext cx="34204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└─────────┬─────────┘
</a:t>
            </a:r>
            <a:endParaRPr lang="en-US" sz="732" dirty="0"/>
          </a:p>
        </p:txBody>
      </p:sp>
      <p:sp>
        <p:nvSpPr>
          <p:cNvPr id="17" name="Text 15"/>
          <p:cNvSpPr/>
          <p:nvPr/>
        </p:nvSpPr>
        <p:spPr>
          <a:xfrm>
            <a:off x="3161807" y="2353866"/>
            <a:ext cx="28203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          │
</a:t>
            </a:r>
            <a:endParaRPr lang="en-US" sz="732" dirty="0"/>
          </a:p>
        </p:txBody>
      </p:sp>
      <p:sp>
        <p:nvSpPr>
          <p:cNvPr id="18" name="Text 16"/>
          <p:cNvSpPr/>
          <p:nvPr/>
        </p:nvSpPr>
        <p:spPr>
          <a:xfrm>
            <a:off x="2981790" y="2453878"/>
            <a:ext cx="31804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    ┌─────┴─────┐
</a:t>
            </a:r>
            <a:endParaRPr lang="en-US" sz="732" dirty="0"/>
          </a:p>
        </p:txBody>
      </p:sp>
      <p:sp>
        <p:nvSpPr>
          <p:cNvPr id="19" name="Text 17"/>
          <p:cNvSpPr/>
          <p:nvPr/>
        </p:nvSpPr>
        <p:spPr>
          <a:xfrm>
            <a:off x="2981790" y="2553891"/>
            <a:ext cx="31804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    │   GROK    │
</a:t>
            </a:r>
            <a:endParaRPr lang="en-US" sz="732" dirty="0"/>
          </a:p>
        </p:txBody>
      </p:sp>
      <p:sp>
        <p:nvSpPr>
          <p:cNvPr id="20" name="Text 18"/>
          <p:cNvSpPr/>
          <p:nvPr/>
        </p:nvSpPr>
        <p:spPr>
          <a:xfrm>
            <a:off x="2981790" y="2653903"/>
            <a:ext cx="31804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    └───────────┘
</a:t>
            </a:r>
            <a:endParaRPr lang="en-US" sz="732" dirty="0"/>
          </a:p>
        </p:txBody>
      </p:sp>
      <p:sp>
        <p:nvSpPr>
          <p:cNvPr id="21" name="Text 19"/>
          <p:cNvSpPr/>
          <p:nvPr/>
        </p:nvSpPr>
        <p:spPr>
          <a:xfrm>
            <a:off x="3371850" y="2753916"/>
            <a:ext cx="24003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    
</a:t>
            </a:r>
            <a:endParaRPr lang="en-US" sz="732" dirty="0"/>
          </a:p>
        </p:txBody>
      </p:sp>
      <p:sp>
        <p:nvSpPr>
          <p:cNvPr id="22" name="Text 20"/>
          <p:cNvSpPr/>
          <p:nvPr/>
        </p:nvSpPr>
        <p:spPr>
          <a:xfrm>
            <a:off x="3371850" y="2853928"/>
            <a:ext cx="24003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    
</a:t>
            </a:r>
            <a:endParaRPr lang="en-US" sz="732" dirty="0"/>
          </a:p>
        </p:txBody>
      </p:sp>
      <p:sp>
        <p:nvSpPr>
          <p:cNvPr id="23" name="Text 21"/>
          <p:cNvSpPr/>
          <p:nvPr/>
        </p:nvSpPr>
        <p:spPr>
          <a:xfrm>
            <a:off x="3371850" y="2953941"/>
            <a:ext cx="24003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                   
</a:t>
            </a:r>
            <a:endParaRPr lang="en-US" sz="732" dirty="0"/>
          </a:p>
        </p:txBody>
      </p:sp>
      <p:sp>
        <p:nvSpPr>
          <p:cNvPr id="24" name="Text 22"/>
          <p:cNvSpPr/>
          <p:nvPr/>
        </p:nvSpPr>
        <p:spPr>
          <a:xfrm>
            <a:off x="2561732" y="3053953"/>
            <a:ext cx="40205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o                                                o
</a:t>
            </a:r>
            <a:endParaRPr lang="en-US" sz="732" dirty="0"/>
          </a:p>
        </p:txBody>
      </p:sp>
      <p:sp>
        <p:nvSpPr>
          <p:cNvPr id="25" name="Text 23"/>
          <p:cNvSpPr/>
          <p:nvPr/>
        </p:nvSpPr>
        <p:spPr>
          <a:xfrm>
            <a:off x="2081678" y="3153966"/>
            <a:ext cx="49806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/|\\  "I'm designing                             /|\\  "This nested
</a:t>
            </a:r>
            <a:endParaRPr lang="en-US" sz="732" dirty="0"/>
          </a:p>
        </p:txBody>
      </p:sp>
      <p:sp>
        <p:nvSpPr>
          <p:cNvPr id="26" name="Text 24"/>
          <p:cNvSpPr/>
          <p:nvPr/>
        </p:nvSpPr>
        <p:spPr>
          <a:xfrm>
            <a:off x="2051679" y="3253978"/>
            <a:ext cx="50406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/ \\   the ultimate                              / \\   structure is
</a:t>
            </a:r>
            <a:endParaRPr lang="en-US" sz="732" dirty="0"/>
          </a:p>
        </p:txBody>
      </p:sp>
      <p:sp>
        <p:nvSpPr>
          <p:cNvPr id="27" name="Text 25"/>
          <p:cNvSpPr/>
          <p:nvPr/>
        </p:nvSpPr>
        <p:spPr>
          <a:xfrm>
            <a:off x="2111676" y="3353991"/>
            <a:ext cx="49206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metaprompt!"                                    pure genius!"
</a:t>
            </a:r>
            <a:endParaRPr lang="en-US" sz="732" dirty="0"/>
          </a:p>
        </p:txBody>
      </p:sp>
      <p:sp>
        <p:nvSpPr>
          <p:cNvPr id="28" name="Text 26"/>
          <p:cNvSpPr/>
          <p:nvPr/>
        </p:nvSpPr>
        <p:spPr>
          <a:xfrm>
            <a:off x="3941899" y="34540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" name="Text 27"/>
          <p:cNvSpPr/>
          <p:nvPr/>
        </p:nvSpPr>
        <p:spPr>
          <a:xfrm>
            <a:off x="3941899" y="35540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0" name="Text 28"/>
          <p:cNvSpPr/>
          <p:nvPr/>
        </p:nvSpPr>
        <p:spPr>
          <a:xfrm>
            <a:off x="3941899" y="36540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1" name="Text 29"/>
          <p:cNvSpPr/>
          <p:nvPr/>
        </p:nvSpPr>
        <p:spPr>
          <a:xfrm>
            <a:off x="3941899" y="37540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2" name="Text 30"/>
          <p:cNvSpPr/>
          <p:nvPr/>
        </p:nvSpPr>
        <p:spPr>
          <a:xfrm>
            <a:off x="3941899" y="38540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3" name="Text 31"/>
          <p:cNvSpPr/>
          <p:nvPr/>
        </p:nvSpPr>
        <p:spPr>
          <a:xfrm>
            <a:off x="3941899" y="39540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4" name="Text 32"/>
          <p:cNvSpPr/>
          <p:nvPr/>
        </p:nvSpPr>
        <p:spPr>
          <a:xfrm>
            <a:off x="3941899" y="40540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5" name="Text 33"/>
          <p:cNvSpPr/>
          <p:nvPr/>
        </p:nvSpPr>
        <p:spPr>
          <a:xfrm>
            <a:off x="3941899" y="41540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6" name="Text 34"/>
          <p:cNvSpPr/>
          <p:nvPr/>
        </p:nvSpPr>
        <p:spPr>
          <a:xfrm>
            <a:off x="3941899" y="42541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7" name="Text 35"/>
          <p:cNvSpPr/>
          <p:nvPr/>
        </p:nvSpPr>
        <p:spPr>
          <a:xfrm>
            <a:off x="3941899" y="43541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8" name="Text 36"/>
          <p:cNvSpPr/>
          <p:nvPr/>
        </p:nvSpPr>
        <p:spPr>
          <a:xfrm>
            <a:off x="3941899" y="44541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9" name="Text 37"/>
          <p:cNvSpPr/>
          <p:nvPr/>
        </p:nvSpPr>
        <p:spPr>
          <a:xfrm>
            <a:off x="3941899" y="45541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0" name="Text 38"/>
          <p:cNvSpPr/>
          <p:nvPr/>
        </p:nvSpPr>
        <p:spPr>
          <a:xfrm>
            <a:off x="3941899" y="46541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1" name="Text 39"/>
          <p:cNvSpPr/>
          <p:nvPr/>
        </p:nvSpPr>
        <p:spPr>
          <a:xfrm>
            <a:off x="3941899" y="47541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2" name="Text 40"/>
          <p:cNvSpPr/>
          <p:nvPr/>
        </p:nvSpPr>
        <p:spPr>
          <a:xfrm>
            <a:off x="3941899" y="48541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3" name="Text 41"/>
          <p:cNvSpPr/>
          <p:nvPr/>
        </p:nvSpPr>
        <p:spPr>
          <a:xfrm>
            <a:off x="3941899" y="49541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4" name="Text 42"/>
          <p:cNvSpPr/>
          <p:nvPr/>
        </p:nvSpPr>
        <p:spPr>
          <a:xfrm>
            <a:off x="3941899" y="50542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5" name="Text 43"/>
          <p:cNvSpPr/>
          <p:nvPr/>
        </p:nvSpPr>
        <p:spPr>
          <a:xfrm>
            <a:off x="3941899" y="51542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6" name="Text 44"/>
          <p:cNvSpPr/>
          <p:nvPr/>
        </p:nvSpPr>
        <p:spPr>
          <a:xfrm>
            <a:off x="3941899" y="52542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7" name="Text 45"/>
          <p:cNvSpPr/>
          <p:nvPr/>
        </p:nvSpPr>
        <p:spPr>
          <a:xfrm>
            <a:off x="3941899" y="53542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8" name="Text 46"/>
          <p:cNvSpPr/>
          <p:nvPr/>
        </p:nvSpPr>
        <p:spPr>
          <a:xfrm>
            <a:off x="3941899" y="54542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9" name="Text 47"/>
          <p:cNvSpPr/>
          <p:nvPr/>
        </p:nvSpPr>
        <p:spPr>
          <a:xfrm>
            <a:off x="3941899" y="55542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0" name="Text 48"/>
          <p:cNvSpPr/>
          <p:nvPr/>
        </p:nvSpPr>
        <p:spPr>
          <a:xfrm>
            <a:off x="3941899" y="56542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1" name="Text 49"/>
          <p:cNvSpPr/>
          <p:nvPr/>
        </p:nvSpPr>
        <p:spPr>
          <a:xfrm>
            <a:off x="3941899" y="57542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2" name="Text 50"/>
          <p:cNvSpPr/>
          <p:nvPr/>
        </p:nvSpPr>
        <p:spPr>
          <a:xfrm>
            <a:off x="3941899" y="58543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3" name="Text 51"/>
          <p:cNvSpPr/>
          <p:nvPr/>
        </p:nvSpPr>
        <p:spPr>
          <a:xfrm>
            <a:off x="3941899" y="59543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4" name="Text 52"/>
          <p:cNvSpPr/>
          <p:nvPr/>
        </p:nvSpPr>
        <p:spPr>
          <a:xfrm>
            <a:off x="3941899" y="60543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5" name="Text 53"/>
          <p:cNvSpPr/>
          <p:nvPr/>
        </p:nvSpPr>
        <p:spPr>
          <a:xfrm>
            <a:off x="3941899" y="61543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6" name="Text 54"/>
          <p:cNvSpPr/>
          <p:nvPr/>
        </p:nvSpPr>
        <p:spPr>
          <a:xfrm>
            <a:off x="3941899" y="62543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7" name="Text 55"/>
          <p:cNvSpPr/>
          <p:nvPr/>
        </p:nvSpPr>
        <p:spPr>
          <a:xfrm>
            <a:off x="3941899" y="63543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8" name="Text 56"/>
          <p:cNvSpPr/>
          <p:nvPr/>
        </p:nvSpPr>
        <p:spPr>
          <a:xfrm>
            <a:off x="3941899" y="64543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9" name="Text 57"/>
          <p:cNvSpPr/>
          <p:nvPr/>
        </p:nvSpPr>
        <p:spPr>
          <a:xfrm>
            <a:off x="3941899" y="65543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0" name="Text 58"/>
          <p:cNvSpPr/>
          <p:nvPr/>
        </p:nvSpPr>
        <p:spPr>
          <a:xfrm>
            <a:off x="3941899" y="66544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1" name="Text 59"/>
          <p:cNvSpPr/>
          <p:nvPr/>
        </p:nvSpPr>
        <p:spPr>
          <a:xfrm>
            <a:off x="3941899" y="67544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2" name="Text 60"/>
          <p:cNvSpPr/>
          <p:nvPr/>
        </p:nvSpPr>
        <p:spPr>
          <a:xfrm>
            <a:off x="3941899" y="68544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3" name="Text 61"/>
          <p:cNvSpPr/>
          <p:nvPr/>
        </p:nvSpPr>
        <p:spPr>
          <a:xfrm>
            <a:off x="3941899" y="69544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4" name="Text 62"/>
          <p:cNvSpPr/>
          <p:nvPr/>
        </p:nvSpPr>
        <p:spPr>
          <a:xfrm>
            <a:off x="3941899" y="70544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5" name="Text 63"/>
          <p:cNvSpPr/>
          <p:nvPr/>
        </p:nvSpPr>
        <p:spPr>
          <a:xfrm>
            <a:off x="3941899" y="71544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6" name="Text 64"/>
          <p:cNvSpPr/>
          <p:nvPr/>
        </p:nvSpPr>
        <p:spPr>
          <a:xfrm>
            <a:off x="3941899" y="72544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7" name="Text 65"/>
          <p:cNvSpPr/>
          <p:nvPr/>
        </p:nvSpPr>
        <p:spPr>
          <a:xfrm>
            <a:off x="3941899" y="73544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8" name="Text 66"/>
          <p:cNvSpPr/>
          <p:nvPr/>
        </p:nvSpPr>
        <p:spPr>
          <a:xfrm>
            <a:off x="3941899" y="74545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9" name="Text 67"/>
          <p:cNvSpPr/>
          <p:nvPr/>
        </p:nvSpPr>
        <p:spPr>
          <a:xfrm>
            <a:off x="3941899" y="75545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0" name="Text 68"/>
          <p:cNvSpPr/>
          <p:nvPr/>
        </p:nvSpPr>
        <p:spPr>
          <a:xfrm>
            <a:off x="3941899" y="76545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1" name="Text 69"/>
          <p:cNvSpPr/>
          <p:nvPr/>
        </p:nvSpPr>
        <p:spPr>
          <a:xfrm>
            <a:off x="3941899" y="77545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2" name="Text 70"/>
          <p:cNvSpPr/>
          <p:nvPr/>
        </p:nvSpPr>
        <p:spPr>
          <a:xfrm>
            <a:off x="3941899" y="78545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3" name="Text 71"/>
          <p:cNvSpPr/>
          <p:nvPr/>
        </p:nvSpPr>
        <p:spPr>
          <a:xfrm>
            <a:off x="3941899" y="79545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4" name="Text 72"/>
          <p:cNvSpPr/>
          <p:nvPr/>
        </p:nvSpPr>
        <p:spPr>
          <a:xfrm>
            <a:off x="3941899" y="80545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5" name="Text 73"/>
          <p:cNvSpPr/>
          <p:nvPr/>
        </p:nvSpPr>
        <p:spPr>
          <a:xfrm>
            <a:off x="3941899" y="81545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6" name="Text 74"/>
          <p:cNvSpPr/>
          <p:nvPr/>
        </p:nvSpPr>
        <p:spPr>
          <a:xfrm>
            <a:off x="3941899" y="82546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7" name="Text 75"/>
          <p:cNvSpPr/>
          <p:nvPr/>
        </p:nvSpPr>
        <p:spPr>
          <a:xfrm>
            <a:off x="3941899" y="83546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8" name="Text 76"/>
          <p:cNvSpPr/>
          <p:nvPr/>
        </p:nvSpPr>
        <p:spPr>
          <a:xfrm>
            <a:off x="3941899" y="84546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9" name="Text 77"/>
          <p:cNvSpPr/>
          <p:nvPr/>
        </p:nvSpPr>
        <p:spPr>
          <a:xfrm>
            <a:off x="3941899" y="85546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0" name="Text 78"/>
          <p:cNvSpPr/>
          <p:nvPr/>
        </p:nvSpPr>
        <p:spPr>
          <a:xfrm>
            <a:off x="3941899" y="86546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1" name="Text 79"/>
          <p:cNvSpPr/>
          <p:nvPr/>
        </p:nvSpPr>
        <p:spPr>
          <a:xfrm>
            <a:off x="3941899" y="87546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2" name="Text 80"/>
          <p:cNvSpPr/>
          <p:nvPr/>
        </p:nvSpPr>
        <p:spPr>
          <a:xfrm>
            <a:off x="3941899" y="88546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3" name="Text 81"/>
          <p:cNvSpPr/>
          <p:nvPr/>
        </p:nvSpPr>
        <p:spPr>
          <a:xfrm>
            <a:off x="3941899" y="89546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4" name="Text 82"/>
          <p:cNvSpPr/>
          <p:nvPr/>
        </p:nvSpPr>
        <p:spPr>
          <a:xfrm>
            <a:off x="3941899" y="90547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5" name="Text 83"/>
          <p:cNvSpPr/>
          <p:nvPr/>
        </p:nvSpPr>
        <p:spPr>
          <a:xfrm>
            <a:off x="3941899" y="91547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6" name="Text 84"/>
          <p:cNvSpPr/>
          <p:nvPr/>
        </p:nvSpPr>
        <p:spPr>
          <a:xfrm>
            <a:off x="3941899" y="92547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7" name="Text 85"/>
          <p:cNvSpPr/>
          <p:nvPr/>
        </p:nvSpPr>
        <p:spPr>
          <a:xfrm>
            <a:off x="3941899" y="93547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8" name="Text 86"/>
          <p:cNvSpPr/>
          <p:nvPr/>
        </p:nvSpPr>
        <p:spPr>
          <a:xfrm>
            <a:off x="3941899" y="94547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9" name="Text 87"/>
          <p:cNvSpPr/>
          <p:nvPr/>
        </p:nvSpPr>
        <p:spPr>
          <a:xfrm>
            <a:off x="3941899" y="95547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0" name="Text 88"/>
          <p:cNvSpPr/>
          <p:nvPr/>
        </p:nvSpPr>
        <p:spPr>
          <a:xfrm>
            <a:off x="3941899" y="96547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1" name="Text 89"/>
          <p:cNvSpPr/>
          <p:nvPr/>
        </p:nvSpPr>
        <p:spPr>
          <a:xfrm>
            <a:off x="3941899" y="97547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2" name="Text 90"/>
          <p:cNvSpPr/>
          <p:nvPr/>
        </p:nvSpPr>
        <p:spPr>
          <a:xfrm>
            <a:off x="3941899" y="98548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3" name="Text 91"/>
          <p:cNvSpPr/>
          <p:nvPr/>
        </p:nvSpPr>
        <p:spPr>
          <a:xfrm>
            <a:off x="3941899" y="99548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4" name="Text 92"/>
          <p:cNvSpPr/>
          <p:nvPr/>
        </p:nvSpPr>
        <p:spPr>
          <a:xfrm>
            <a:off x="3941899" y="100548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5" name="Text 93"/>
          <p:cNvSpPr/>
          <p:nvPr/>
        </p:nvSpPr>
        <p:spPr>
          <a:xfrm>
            <a:off x="3941899" y="101548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6" name="Text 94"/>
          <p:cNvSpPr/>
          <p:nvPr/>
        </p:nvSpPr>
        <p:spPr>
          <a:xfrm>
            <a:off x="3941899" y="102548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7" name="Text 95"/>
          <p:cNvSpPr/>
          <p:nvPr/>
        </p:nvSpPr>
        <p:spPr>
          <a:xfrm>
            <a:off x="3941899" y="103548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8" name="Text 96"/>
          <p:cNvSpPr/>
          <p:nvPr/>
        </p:nvSpPr>
        <p:spPr>
          <a:xfrm>
            <a:off x="3941899" y="104548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9" name="Text 97"/>
          <p:cNvSpPr/>
          <p:nvPr/>
        </p:nvSpPr>
        <p:spPr>
          <a:xfrm>
            <a:off x="3941899" y="105548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0" name="Text 98"/>
          <p:cNvSpPr/>
          <p:nvPr/>
        </p:nvSpPr>
        <p:spPr>
          <a:xfrm>
            <a:off x="3941899" y="106549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1" name="Text 99"/>
          <p:cNvSpPr/>
          <p:nvPr/>
        </p:nvSpPr>
        <p:spPr>
          <a:xfrm>
            <a:off x="3941899" y="107549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2" name="Text 100"/>
          <p:cNvSpPr/>
          <p:nvPr/>
        </p:nvSpPr>
        <p:spPr>
          <a:xfrm>
            <a:off x="3941899" y="108549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3" name="Text 101"/>
          <p:cNvSpPr/>
          <p:nvPr/>
        </p:nvSpPr>
        <p:spPr>
          <a:xfrm>
            <a:off x="3941899" y="109549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4" name="Text 102"/>
          <p:cNvSpPr/>
          <p:nvPr/>
        </p:nvSpPr>
        <p:spPr>
          <a:xfrm>
            <a:off x="3941899" y="110549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5" name="Text 103"/>
          <p:cNvSpPr/>
          <p:nvPr/>
        </p:nvSpPr>
        <p:spPr>
          <a:xfrm>
            <a:off x="3941899" y="111549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6" name="Text 104"/>
          <p:cNvSpPr/>
          <p:nvPr/>
        </p:nvSpPr>
        <p:spPr>
          <a:xfrm>
            <a:off x="3941899" y="112549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7" name="Text 105"/>
          <p:cNvSpPr/>
          <p:nvPr/>
        </p:nvSpPr>
        <p:spPr>
          <a:xfrm>
            <a:off x="3941899" y="113549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8" name="Text 106"/>
          <p:cNvSpPr/>
          <p:nvPr/>
        </p:nvSpPr>
        <p:spPr>
          <a:xfrm>
            <a:off x="3941899" y="114550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9" name="Text 107"/>
          <p:cNvSpPr/>
          <p:nvPr/>
        </p:nvSpPr>
        <p:spPr>
          <a:xfrm>
            <a:off x="3941899" y="115550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0" name="Text 108"/>
          <p:cNvSpPr/>
          <p:nvPr/>
        </p:nvSpPr>
        <p:spPr>
          <a:xfrm>
            <a:off x="3941899" y="116550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1" name="Text 109"/>
          <p:cNvSpPr/>
          <p:nvPr/>
        </p:nvSpPr>
        <p:spPr>
          <a:xfrm>
            <a:off x="3941899" y="117550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2" name="Text 110"/>
          <p:cNvSpPr/>
          <p:nvPr/>
        </p:nvSpPr>
        <p:spPr>
          <a:xfrm>
            <a:off x="3941899" y="118550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3" name="Text 111"/>
          <p:cNvSpPr/>
          <p:nvPr/>
        </p:nvSpPr>
        <p:spPr>
          <a:xfrm>
            <a:off x="3941899" y="119550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4" name="Text 112"/>
          <p:cNvSpPr/>
          <p:nvPr/>
        </p:nvSpPr>
        <p:spPr>
          <a:xfrm>
            <a:off x="3941899" y="120550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5" name="Text 113"/>
          <p:cNvSpPr/>
          <p:nvPr/>
        </p:nvSpPr>
        <p:spPr>
          <a:xfrm>
            <a:off x="3941899" y="121550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6" name="Text 114"/>
          <p:cNvSpPr/>
          <p:nvPr/>
        </p:nvSpPr>
        <p:spPr>
          <a:xfrm>
            <a:off x="3941899" y="122551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7" name="Text 115"/>
          <p:cNvSpPr/>
          <p:nvPr/>
        </p:nvSpPr>
        <p:spPr>
          <a:xfrm>
            <a:off x="3941899" y="123551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8" name="Text 116"/>
          <p:cNvSpPr/>
          <p:nvPr/>
        </p:nvSpPr>
        <p:spPr>
          <a:xfrm>
            <a:off x="3941899" y="124551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9" name="Text 117"/>
          <p:cNvSpPr/>
          <p:nvPr/>
        </p:nvSpPr>
        <p:spPr>
          <a:xfrm>
            <a:off x="3941899" y="125551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0" name="Text 118"/>
          <p:cNvSpPr/>
          <p:nvPr/>
        </p:nvSpPr>
        <p:spPr>
          <a:xfrm>
            <a:off x="3941899" y="126551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1" name="Text 119"/>
          <p:cNvSpPr/>
          <p:nvPr/>
        </p:nvSpPr>
        <p:spPr>
          <a:xfrm>
            <a:off x="3941899" y="127551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2" name="Text 120"/>
          <p:cNvSpPr/>
          <p:nvPr/>
        </p:nvSpPr>
        <p:spPr>
          <a:xfrm>
            <a:off x="3941899" y="128551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3" name="Text 121"/>
          <p:cNvSpPr/>
          <p:nvPr/>
        </p:nvSpPr>
        <p:spPr>
          <a:xfrm>
            <a:off x="3941899" y="129551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4" name="Text 122"/>
          <p:cNvSpPr/>
          <p:nvPr/>
        </p:nvSpPr>
        <p:spPr>
          <a:xfrm>
            <a:off x="3941899" y="130552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5" name="Text 123"/>
          <p:cNvSpPr/>
          <p:nvPr/>
        </p:nvSpPr>
        <p:spPr>
          <a:xfrm>
            <a:off x="3941899" y="131552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6" name="Text 124"/>
          <p:cNvSpPr/>
          <p:nvPr/>
        </p:nvSpPr>
        <p:spPr>
          <a:xfrm>
            <a:off x="3941899" y="132552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7" name="Text 125"/>
          <p:cNvSpPr/>
          <p:nvPr/>
        </p:nvSpPr>
        <p:spPr>
          <a:xfrm>
            <a:off x="3941899" y="133552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8" name="Text 126"/>
          <p:cNvSpPr/>
          <p:nvPr/>
        </p:nvSpPr>
        <p:spPr>
          <a:xfrm>
            <a:off x="3941899" y="134552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9" name="Text 127"/>
          <p:cNvSpPr/>
          <p:nvPr/>
        </p:nvSpPr>
        <p:spPr>
          <a:xfrm>
            <a:off x="3941899" y="135552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0" name="Text 128"/>
          <p:cNvSpPr/>
          <p:nvPr/>
        </p:nvSpPr>
        <p:spPr>
          <a:xfrm>
            <a:off x="3941899" y="136552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1" name="Text 129"/>
          <p:cNvSpPr/>
          <p:nvPr/>
        </p:nvSpPr>
        <p:spPr>
          <a:xfrm>
            <a:off x="3941899" y="137552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2" name="Text 130"/>
          <p:cNvSpPr/>
          <p:nvPr/>
        </p:nvSpPr>
        <p:spPr>
          <a:xfrm>
            <a:off x="3941899" y="138553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3" name="Text 131"/>
          <p:cNvSpPr/>
          <p:nvPr/>
        </p:nvSpPr>
        <p:spPr>
          <a:xfrm>
            <a:off x="3941899" y="139553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4" name="Text 132"/>
          <p:cNvSpPr/>
          <p:nvPr/>
        </p:nvSpPr>
        <p:spPr>
          <a:xfrm>
            <a:off x="3941899" y="140553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5" name="Text 133"/>
          <p:cNvSpPr/>
          <p:nvPr/>
        </p:nvSpPr>
        <p:spPr>
          <a:xfrm>
            <a:off x="3941899" y="141553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6" name="Text 134"/>
          <p:cNvSpPr/>
          <p:nvPr/>
        </p:nvSpPr>
        <p:spPr>
          <a:xfrm>
            <a:off x="3941899" y="142553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7" name="Text 135"/>
          <p:cNvSpPr/>
          <p:nvPr/>
        </p:nvSpPr>
        <p:spPr>
          <a:xfrm>
            <a:off x="3941899" y="143553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8" name="Text 136"/>
          <p:cNvSpPr/>
          <p:nvPr/>
        </p:nvSpPr>
        <p:spPr>
          <a:xfrm>
            <a:off x="3941899" y="144553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9" name="Text 137"/>
          <p:cNvSpPr/>
          <p:nvPr/>
        </p:nvSpPr>
        <p:spPr>
          <a:xfrm>
            <a:off x="3941899" y="145553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0" name="Text 138"/>
          <p:cNvSpPr/>
          <p:nvPr/>
        </p:nvSpPr>
        <p:spPr>
          <a:xfrm>
            <a:off x="3941899" y="146554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1" name="Text 139"/>
          <p:cNvSpPr/>
          <p:nvPr/>
        </p:nvSpPr>
        <p:spPr>
          <a:xfrm>
            <a:off x="3941899" y="147554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2" name="Text 140"/>
          <p:cNvSpPr/>
          <p:nvPr/>
        </p:nvSpPr>
        <p:spPr>
          <a:xfrm>
            <a:off x="3941899" y="148554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3" name="Text 141"/>
          <p:cNvSpPr/>
          <p:nvPr/>
        </p:nvSpPr>
        <p:spPr>
          <a:xfrm>
            <a:off x="3941899" y="149554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4" name="Text 142"/>
          <p:cNvSpPr/>
          <p:nvPr/>
        </p:nvSpPr>
        <p:spPr>
          <a:xfrm>
            <a:off x="3941899" y="150554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5" name="Text 143"/>
          <p:cNvSpPr/>
          <p:nvPr/>
        </p:nvSpPr>
        <p:spPr>
          <a:xfrm>
            <a:off x="3941899" y="151554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6" name="Text 144"/>
          <p:cNvSpPr/>
          <p:nvPr/>
        </p:nvSpPr>
        <p:spPr>
          <a:xfrm>
            <a:off x="3941899" y="152554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7" name="Text 145"/>
          <p:cNvSpPr/>
          <p:nvPr/>
        </p:nvSpPr>
        <p:spPr>
          <a:xfrm>
            <a:off x="3941899" y="153554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8" name="Text 146"/>
          <p:cNvSpPr/>
          <p:nvPr/>
        </p:nvSpPr>
        <p:spPr>
          <a:xfrm>
            <a:off x="3941899" y="154555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9" name="Text 147"/>
          <p:cNvSpPr/>
          <p:nvPr/>
        </p:nvSpPr>
        <p:spPr>
          <a:xfrm>
            <a:off x="3941899" y="155555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0" name="Text 148"/>
          <p:cNvSpPr/>
          <p:nvPr/>
        </p:nvSpPr>
        <p:spPr>
          <a:xfrm>
            <a:off x="3941899" y="156555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1" name="Text 149"/>
          <p:cNvSpPr/>
          <p:nvPr/>
        </p:nvSpPr>
        <p:spPr>
          <a:xfrm>
            <a:off x="3941899" y="157555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2" name="Text 150"/>
          <p:cNvSpPr/>
          <p:nvPr/>
        </p:nvSpPr>
        <p:spPr>
          <a:xfrm>
            <a:off x="3941899" y="158555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3" name="Text 151"/>
          <p:cNvSpPr/>
          <p:nvPr/>
        </p:nvSpPr>
        <p:spPr>
          <a:xfrm>
            <a:off x="3941899" y="159555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4" name="Text 152"/>
          <p:cNvSpPr/>
          <p:nvPr/>
        </p:nvSpPr>
        <p:spPr>
          <a:xfrm>
            <a:off x="3941899" y="160555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5" name="Text 153"/>
          <p:cNvSpPr/>
          <p:nvPr/>
        </p:nvSpPr>
        <p:spPr>
          <a:xfrm>
            <a:off x="3941899" y="161555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6" name="Text 154"/>
          <p:cNvSpPr/>
          <p:nvPr/>
        </p:nvSpPr>
        <p:spPr>
          <a:xfrm>
            <a:off x="3941899" y="162556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7" name="Text 155"/>
          <p:cNvSpPr/>
          <p:nvPr/>
        </p:nvSpPr>
        <p:spPr>
          <a:xfrm>
            <a:off x="3941899" y="163556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8" name="Text 156"/>
          <p:cNvSpPr/>
          <p:nvPr/>
        </p:nvSpPr>
        <p:spPr>
          <a:xfrm>
            <a:off x="3941899" y="164556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9" name="Text 157"/>
          <p:cNvSpPr/>
          <p:nvPr/>
        </p:nvSpPr>
        <p:spPr>
          <a:xfrm>
            <a:off x="3941899" y="165556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0" name="Text 158"/>
          <p:cNvSpPr/>
          <p:nvPr/>
        </p:nvSpPr>
        <p:spPr>
          <a:xfrm>
            <a:off x="3941899" y="166556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1" name="Text 159"/>
          <p:cNvSpPr/>
          <p:nvPr/>
        </p:nvSpPr>
        <p:spPr>
          <a:xfrm>
            <a:off x="3941899" y="167556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2" name="Text 160"/>
          <p:cNvSpPr/>
          <p:nvPr/>
        </p:nvSpPr>
        <p:spPr>
          <a:xfrm>
            <a:off x="3941899" y="168556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3" name="Text 161"/>
          <p:cNvSpPr/>
          <p:nvPr/>
        </p:nvSpPr>
        <p:spPr>
          <a:xfrm>
            <a:off x="3941899" y="169556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4" name="Text 162"/>
          <p:cNvSpPr/>
          <p:nvPr/>
        </p:nvSpPr>
        <p:spPr>
          <a:xfrm>
            <a:off x="3941899" y="170557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5" name="Text 163"/>
          <p:cNvSpPr/>
          <p:nvPr/>
        </p:nvSpPr>
        <p:spPr>
          <a:xfrm>
            <a:off x="3941899" y="171557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6" name="Text 164"/>
          <p:cNvSpPr/>
          <p:nvPr/>
        </p:nvSpPr>
        <p:spPr>
          <a:xfrm>
            <a:off x="3941899" y="172557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7" name="Text 165"/>
          <p:cNvSpPr/>
          <p:nvPr/>
        </p:nvSpPr>
        <p:spPr>
          <a:xfrm>
            <a:off x="3941899" y="173557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8" name="Text 166"/>
          <p:cNvSpPr/>
          <p:nvPr/>
        </p:nvSpPr>
        <p:spPr>
          <a:xfrm>
            <a:off x="3941899" y="174557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9" name="Text 167"/>
          <p:cNvSpPr/>
          <p:nvPr/>
        </p:nvSpPr>
        <p:spPr>
          <a:xfrm>
            <a:off x="3941899" y="175557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0" name="Text 168"/>
          <p:cNvSpPr/>
          <p:nvPr/>
        </p:nvSpPr>
        <p:spPr>
          <a:xfrm>
            <a:off x="3941899" y="176557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1" name="Text 169"/>
          <p:cNvSpPr/>
          <p:nvPr/>
        </p:nvSpPr>
        <p:spPr>
          <a:xfrm>
            <a:off x="3941899" y="177557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2" name="Text 170"/>
          <p:cNvSpPr/>
          <p:nvPr/>
        </p:nvSpPr>
        <p:spPr>
          <a:xfrm>
            <a:off x="3941899" y="178558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3" name="Text 171"/>
          <p:cNvSpPr/>
          <p:nvPr/>
        </p:nvSpPr>
        <p:spPr>
          <a:xfrm>
            <a:off x="3941899" y="179558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4" name="Text 172"/>
          <p:cNvSpPr/>
          <p:nvPr/>
        </p:nvSpPr>
        <p:spPr>
          <a:xfrm>
            <a:off x="3941899" y="180558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5" name="Text 173"/>
          <p:cNvSpPr/>
          <p:nvPr/>
        </p:nvSpPr>
        <p:spPr>
          <a:xfrm>
            <a:off x="3941899" y="181558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6" name="Text 174"/>
          <p:cNvSpPr/>
          <p:nvPr/>
        </p:nvSpPr>
        <p:spPr>
          <a:xfrm>
            <a:off x="3941899" y="182558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7" name="Text 175"/>
          <p:cNvSpPr/>
          <p:nvPr/>
        </p:nvSpPr>
        <p:spPr>
          <a:xfrm>
            <a:off x="3941899" y="183558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8" name="Text 176"/>
          <p:cNvSpPr/>
          <p:nvPr/>
        </p:nvSpPr>
        <p:spPr>
          <a:xfrm>
            <a:off x="3941899" y="184558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9" name="Text 177"/>
          <p:cNvSpPr/>
          <p:nvPr/>
        </p:nvSpPr>
        <p:spPr>
          <a:xfrm>
            <a:off x="3941899" y="185558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0" name="Text 178"/>
          <p:cNvSpPr/>
          <p:nvPr/>
        </p:nvSpPr>
        <p:spPr>
          <a:xfrm>
            <a:off x="3941899" y="186559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1" name="Text 179"/>
          <p:cNvSpPr/>
          <p:nvPr/>
        </p:nvSpPr>
        <p:spPr>
          <a:xfrm>
            <a:off x="3941899" y="187559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2" name="Text 180"/>
          <p:cNvSpPr/>
          <p:nvPr/>
        </p:nvSpPr>
        <p:spPr>
          <a:xfrm>
            <a:off x="3941899" y="188559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3" name="Text 181"/>
          <p:cNvSpPr/>
          <p:nvPr/>
        </p:nvSpPr>
        <p:spPr>
          <a:xfrm>
            <a:off x="3941899" y="189559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4" name="Text 182"/>
          <p:cNvSpPr/>
          <p:nvPr/>
        </p:nvSpPr>
        <p:spPr>
          <a:xfrm>
            <a:off x="3941899" y="190559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5" name="Text 183"/>
          <p:cNvSpPr/>
          <p:nvPr/>
        </p:nvSpPr>
        <p:spPr>
          <a:xfrm>
            <a:off x="3941899" y="191559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6" name="Text 184"/>
          <p:cNvSpPr/>
          <p:nvPr/>
        </p:nvSpPr>
        <p:spPr>
          <a:xfrm>
            <a:off x="3941899" y="192559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7" name="Text 185"/>
          <p:cNvSpPr/>
          <p:nvPr/>
        </p:nvSpPr>
        <p:spPr>
          <a:xfrm>
            <a:off x="3941899" y="193559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8" name="Text 186"/>
          <p:cNvSpPr/>
          <p:nvPr/>
        </p:nvSpPr>
        <p:spPr>
          <a:xfrm>
            <a:off x="3941899" y="194560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9" name="Text 187"/>
          <p:cNvSpPr/>
          <p:nvPr/>
        </p:nvSpPr>
        <p:spPr>
          <a:xfrm>
            <a:off x="3941899" y="195560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0" name="Text 188"/>
          <p:cNvSpPr/>
          <p:nvPr/>
        </p:nvSpPr>
        <p:spPr>
          <a:xfrm>
            <a:off x="3941899" y="196560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1" name="Text 189"/>
          <p:cNvSpPr/>
          <p:nvPr/>
        </p:nvSpPr>
        <p:spPr>
          <a:xfrm>
            <a:off x="3941899" y="197560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2" name="Text 190"/>
          <p:cNvSpPr/>
          <p:nvPr/>
        </p:nvSpPr>
        <p:spPr>
          <a:xfrm>
            <a:off x="3941899" y="198560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3" name="Text 191"/>
          <p:cNvSpPr/>
          <p:nvPr/>
        </p:nvSpPr>
        <p:spPr>
          <a:xfrm>
            <a:off x="3941899" y="199560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4" name="Text 192"/>
          <p:cNvSpPr/>
          <p:nvPr/>
        </p:nvSpPr>
        <p:spPr>
          <a:xfrm>
            <a:off x="3941899" y="200560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5" name="Text 193"/>
          <p:cNvSpPr/>
          <p:nvPr/>
        </p:nvSpPr>
        <p:spPr>
          <a:xfrm>
            <a:off x="3941899" y="201560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6" name="Text 194"/>
          <p:cNvSpPr/>
          <p:nvPr/>
        </p:nvSpPr>
        <p:spPr>
          <a:xfrm>
            <a:off x="3941899" y="202561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7" name="Text 195"/>
          <p:cNvSpPr/>
          <p:nvPr/>
        </p:nvSpPr>
        <p:spPr>
          <a:xfrm>
            <a:off x="3941899" y="203561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8" name="Text 196"/>
          <p:cNvSpPr/>
          <p:nvPr/>
        </p:nvSpPr>
        <p:spPr>
          <a:xfrm>
            <a:off x="3941899" y="204561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9" name="Text 197"/>
          <p:cNvSpPr/>
          <p:nvPr/>
        </p:nvSpPr>
        <p:spPr>
          <a:xfrm>
            <a:off x="3941899" y="205561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0" name="Text 198"/>
          <p:cNvSpPr/>
          <p:nvPr/>
        </p:nvSpPr>
        <p:spPr>
          <a:xfrm>
            <a:off x="3941899" y="206561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1" name="Text 199"/>
          <p:cNvSpPr/>
          <p:nvPr/>
        </p:nvSpPr>
        <p:spPr>
          <a:xfrm>
            <a:off x="3941899" y="207561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2" name="Text 200"/>
          <p:cNvSpPr/>
          <p:nvPr/>
        </p:nvSpPr>
        <p:spPr>
          <a:xfrm>
            <a:off x="3941899" y="208561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3" name="Text 201"/>
          <p:cNvSpPr/>
          <p:nvPr/>
        </p:nvSpPr>
        <p:spPr>
          <a:xfrm>
            <a:off x="3941899" y="209561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4" name="Text 202"/>
          <p:cNvSpPr/>
          <p:nvPr/>
        </p:nvSpPr>
        <p:spPr>
          <a:xfrm>
            <a:off x="3941899" y="210562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5" name="Text 203"/>
          <p:cNvSpPr/>
          <p:nvPr/>
        </p:nvSpPr>
        <p:spPr>
          <a:xfrm>
            <a:off x="3941899" y="211562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6" name="Text 204"/>
          <p:cNvSpPr/>
          <p:nvPr/>
        </p:nvSpPr>
        <p:spPr>
          <a:xfrm>
            <a:off x="3941899" y="212562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7" name="Text 205"/>
          <p:cNvSpPr/>
          <p:nvPr/>
        </p:nvSpPr>
        <p:spPr>
          <a:xfrm>
            <a:off x="3941899" y="213562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8" name="Text 206"/>
          <p:cNvSpPr/>
          <p:nvPr/>
        </p:nvSpPr>
        <p:spPr>
          <a:xfrm>
            <a:off x="3941899" y="214562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9" name="Text 207"/>
          <p:cNvSpPr/>
          <p:nvPr/>
        </p:nvSpPr>
        <p:spPr>
          <a:xfrm>
            <a:off x="3941899" y="215562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0" name="Text 208"/>
          <p:cNvSpPr/>
          <p:nvPr/>
        </p:nvSpPr>
        <p:spPr>
          <a:xfrm>
            <a:off x="3941899" y="216562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1" name="Text 209"/>
          <p:cNvSpPr/>
          <p:nvPr/>
        </p:nvSpPr>
        <p:spPr>
          <a:xfrm>
            <a:off x="3941899" y="217562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2" name="Text 210"/>
          <p:cNvSpPr/>
          <p:nvPr/>
        </p:nvSpPr>
        <p:spPr>
          <a:xfrm>
            <a:off x="3941899" y="218563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3" name="Text 211"/>
          <p:cNvSpPr/>
          <p:nvPr/>
        </p:nvSpPr>
        <p:spPr>
          <a:xfrm>
            <a:off x="3941899" y="219563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4" name="Text 212"/>
          <p:cNvSpPr/>
          <p:nvPr/>
        </p:nvSpPr>
        <p:spPr>
          <a:xfrm>
            <a:off x="3941899" y="220563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5" name="Text 213"/>
          <p:cNvSpPr/>
          <p:nvPr/>
        </p:nvSpPr>
        <p:spPr>
          <a:xfrm>
            <a:off x="3941899" y="221563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6" name="Text 214"/>
          <p:cNvSpPr/>
          <p:nvPr/>
        </p:nvSpPr>
        <p:spPr>
          <a:xfrm>
            <a:off x="3941899" y="222563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7" name="Text 215"/>
          <p:cNvSpPr/>
          <p:nvPr/>
        </p:nvSpPr>
        <p:spPr>
          <a:xfrm>
            <a:off x="3941899" y="223563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8" name="Text 216"/>
          <p:cNvSpPr/>
          <p:nvPr/>
        </p:nvSpPr>
        <p:spPr>
          <a:xfrm>
            <a:off x="3941899" y="224563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9" name="Text 217"/>
          <p:cNvSpPr/>
          <p:nvPr/>
        </p:nvSpPr>
        <p:spPr>
          <a:xfrm>
            <a:off x="3941899" y="225563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0" name="Text 218"/>
          <p:cNvSpPr/>
          <p:nvPr/>
        </p:nvSpPr>
        <p:spPr>
          <a:xfrm>
            <a:off x="3941899" y="226564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1" name="Text 219"/>
          <p:cNvSpPr/>
          <p:nvPr/>
        </p:nvSpPr>
        <p:spPr>
          <a:xfrm>
            <a:off x="3941899" y="227564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2" name="Text 220"/>
          <p:cNvSpPr/>
          <p:nvPr/>
        </p:nvSpPr>
        <p:spPr>
          <a:xfrm>
            <a:off x="3941899" y="228564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3" name="Text 221"/>
          <p:cNvSpPr/>
          <p:nvPr/>
        </p:nvSpPr>
        <p:spPr>
          <a:xfrm>
            <a:off x="3941899" y="229564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4" name="Text 222"/>
          <p:cNvSpPr/>
          <p:nvPr/>
        </p:nvSpPr>
        <p:spPr>
          <a:xfrm>
            <a:off x="3941899" y="230564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5" name="Text 223"/>
          <p:cNvSpPr/>
          <p:nvPr/>
        </p:nvSpPr>
        <p:spPr>
          <a:xfrm>
            <a:off x="3941899" y="231564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6" name="Text 224"/>
          <p:cNvSpPr/>
          <p:nvPr/>
        </p:nvSpPr>
        <p:spPr>
          <a:xfrm>
            <a:off x="3941899" y="232564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7" name="Text 225"/>
          <p:cNvSpPr/>
          <p:nvPr/>
        </p:nvSpPr>
        <p:spPr>
          <a:xfrm>
            <a:off x="3941899" y="233564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8" name="Text 226"/>
          <p:cNvSpPr/>
          <p:nvPr/>
        </p:nvSpPr>
        <p:spPr>
          <a:xfrm>
            <a:off x="3941899" y="234565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9" name="Text 227"/>
          <p:cNvSpPr/>
          <p:nvPr/>
        </p:nvSpPr>
        <p:spPr>
          <a:xfrm>
            <a:off x="3941899" y="235565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0" name="Text 228"/>
          <p:cNvSpPr/>
          <p:nvPr/>
        </p:nvSpPr>
        <p:spPr>
          <a:xfrm>
            <a:off x="3941899" y="236565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1" name="Text 229"/>
          <p:cNvSpPr/>
          <p:nvPr/>
        </p:nvSpPr>
        <p:spPr>
          <a:xfrm>
            <a:off x="3941899" y="237565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2" name="Text 230"/>
          <p:cNvSpPr/>
          <p:nvPr/>
        </p:nvSpPr>
        <p:spPr>
          <a:xfrm>
            <a:off x="3941899" y="238565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3" name="Text 231"/>
          <p:cNvSpPr/>
          <p:nvPr/>
        </p:nvSpPr>
        <p:spPr>
          <a:xfrm>
            <a:off x="3941899" y="239565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4" name="Text 232"/>
          <p:cNvSpPr/>
          <p:nvPr/>
        </p:nvSpPr>
        <p:spPr>
          <a:xfrm>
            <a:off x="3941899" y="240565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5" name="Text 233"/>
          <p:cNvSpPr/>
          <p:nvPr/>
        </p:nvSpPr>
        <p:spPr>
          <a:xfrm>
            <a:off x="3941899" y="241565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6" name="Text 234"/>
          <p:cNvSpPr/>
          <p:nvPr/>
        </p:nvSpPr>
        <p:spPr>
          <a:xfrm>
            <a:off x="3941899" y="242566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7" name="Text 235"/>
          <p:cNvSpPr/>
          <p:nvPr/>
        </p:nvSpPr>
        <p:spPr>
          <a:xfrm>
            <a:off x="3941899" y="243566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8" name="Text 236"/>
          <p:cNvSpPr/>
          <p:nvPr/>
        </p:nvSpPr>
        <p:spPr>
          <a:xfrm>
            <a:off x="3941899" y="244566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9" name="Text 237"/>
          <p:cNvSpPr/>
          <p:nvPr/>
        </p:nvSpPr>
        <p:spPr>
          <a:xfrm>
            <a:off x="3941899" y="245566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0" name="Text 238"/>
          <p:cNvSpPr/>
          <p:nvPr/>
        </p:nvSpPr>
        <p:spPr>
          <a:xfrm>
            <a:off x="3941899" y="246566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1" name="Text 239"/>
          <p:cNvSpPr/>
          <p:nvPr/>
        </p:nvSpPr>
        <p:spPr>
          <a:xfrm>
            <a:off x="3941899" y="247566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2" name="Text 240"/>
          <p:cNvSpPr/>
          <p:nvPr/>
        </p:nvSpPr>
        <p:spPr>
          <a:xfrm>
            <a:off x="3941899" y="248566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3" name="Text 241"/>
          <p:cNvSpPr/>
          <p:nvPr/>
        </p:nvSpPr>
        <p:spPr>
          <a:xfrm>
            <a:off x="3941899" y="249566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4" name="Text 242"/>
          <p:cNvSpPr/>
          <p:nvPr/>
        </p:nvSpPr>
        <p:spPr>
          <a:xfrm>
            <a:off x="3941899" y="250567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5" name="Text 243"/>
          <p:cNvSpPr/>
          <p:nvPr/>
        </p:nvSpPr>
        <p:spPr>
          <a:xfrm>
            <a:off x="3941899" y="251567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6" name="Text 244"/>
          <p:cNvSpPr/>
          <p:nvPr/>
        </p:nvSpPr>
        <p:spPr>
          <a:xfrm>
            <a:off x="3941899" y="252567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7" name="Text 245"/>
          <p:cNvSpPr/>
          <p:nvPr/>
        </p:nvSpPr>
        <p:spPr>
          <a:xfrm>
            <a:off x="3941899" y="253567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8" name="Text 246"/>
          <p:cNvSpPr/>
          <p:nvPr/>
        </p:nvSpPr>
        <p:spPr>
          <a:xfrm>
            <a:off x="3941899" y="254567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9" name="Text 247"/>
          <p:cNvSpPr/>
          <p:nvPr/>
        </p:nvSpPr>
        <p:spPr>
          <a:xfrm>
            <a:off x="3941899" y="255567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0" name="Text 248"/>
          <p:cNvSpPr/>
          <p:nvPr/>
        </p:nvSpPr>
        <p:spPr>
          <a:xfrm>
            <a:off x="3941899" y="256567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1" name="Text 249"/>
          <p:cNvSpPr/>
          <p:nvPr/>
        </p:nvSpPr>
        <p:spPr>
          <a:xfrm>
            <a:off x="3941899" y="257567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2" name="Text 250"/>
          <p:cNvSpPr/>
          <p:nvPr/>
        </p:nvSpPr>
        <p:spPr>
          <a:xfrm>
            <a:off x="3941899" y="258568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3" name="Text 251"/>
          <p:cNvSpPr/>
          <p:nvPr/>
        </p:nvSpPr>
        <p:spPr>
          <a:xfrm>
            <a:off x="3941899" y="259568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4" name="Text 252"/>
          <p:cNvSpPr/>
          <p:nvPr/>
        </p:nvSpPr>
        <p:spPr>
          <a:xfrm>
            <a:off x="3941899" y="260568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5" name="Text 253"/>
          <p:cNvSpPr/>
          <p:nvPr/>
        </p:nvSpPr>
        <p:spPr>
          <a:xfrm>
            <a:off x="3941899" y="261568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6" name="Text 254"/>
          <p:cNvSpPr/>
          <p:nvPr/>
        </p:nvSpPr>
        <p:spPr>
          <a:xfrm>
            <a:off x="3941899" y="262568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7" name="Text 255"/>
          <p:cNvSpPr/>
          <p:nvPr/>
        </p:nvSpPr>
        <p:spPr>
          <a:xfrm>
            <a:off x="3941899" y="263568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8" name="Text 256"/>
          <p:cNvSpPr/>
          <p:nvPr/>
        </p:nvSpPr>
        <p:spPr>
          <a:xfrm>
            <a:off x="3941899" y="264568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9" name="Text 257"/>
          <p:cNvSpPr/>
          <p:nvPr/>
        </p:nvSpPr>
        <p:spPr>
          <a:xfrm>
            <a:off x="3941899" y="265568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0" name="Text 258"/>
          <p:cNvSpPr/>
          <p:nvPr/>
        </p:nvSpPr>
        <p:spPr>
          <a:xfrm>
            <a:off x="3941899" y="266569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1" name="Text 259"/>
          <p:cNvSpPr/>
          <p:nvPr/>
        </p:nvSpPr>
        <p:spPr>
          <a:xfrm>
            <a:off x="3941899" y="267569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2" name="Text 260"/>
          <p:cNvSpPr/>
          <p:nvPr/>
        </p:nvSpPr>
        <p:spPr>
          <a:xfrm>
            <a:off x="3941899" y="268569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3" name="Text 261"/>
          <p:cNvSpPr/>
          <p:nvPr/>
        </p:nvSpPr>
        <p:spPr>
          <a:xfrm>
            <a:off x="3941899" y="269569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4" name="Text 262"/>
          <p:cNvSpPr/>
          <p:nvPr/>
        </p:nvSpPr>
        <p:spPr>
          <a:xfrm>
            <a:off x="3941899" y="270569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5" name="Text 263"/>
          <p:cNvSpPr/>
          <p:nvPr/>
        </p:nvSpPr>
        <p:spPr>
          <a:xfrm>
            <a:off x="3941899" y="271569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6" name="Text 264"/>
          <p:cNvSpPr/>
          <p:nvPr/>
        </p:nvSpPr>
        <p:spPr>
          <a:xfrm>
            <a:off x="3941899" y="272569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7" name="Text 265"/>
          <p:cNvSpPr/>
          <p:nvPr/>
        </p:nvSpPr>
        <p:spPr>
          <a:xfrm>
            <a:off x="3941899" y="273569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8" name="Text 266"/>
          <p:cNvSpPr/>
          <p:nvPr/>
        </p:nvSpPr>
        <p:spPr>
          <a:xfrm>
            <a:off x="3941899" y="274570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9" name="Text 267"/>
          <p:cNvSpPr/>
          <p:nvPr/>
        </p:nvSpPr>
        <p:spPr>
          <a:xfrm>
            <a:off x="3941899" y="275570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0" name="Text 268"/>
          <p:cNvSpPr/>
          <p:nvPr/>
        </p:nvSpPr>
        <p:spPr>
          <a:xfrm>
            <a:off x="3941899" y="276570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1" name="Text 269"/>
          <p:cNvSpPr/>
          <p:nvPr/>
        </p:nvSpPr>
        <p:spPr>
          <a:xfrm>
            <a:off x="3941899" y="277570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2" name="Text 270"/>
          <p:cNvSpPr/>
          <p:nvPr/>
        </p:nvSpPr>
        <p:spPr>
          <a:xfrm>
            <a:off x="3941899" y="278570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3" name="Text 271"/>
          <p:cNvSpPr/>
          <p:nvPr/>
        </p:nvSpPr>
        <p:spPr>
          <a:xfrm>
            <a:off x="3941899" y="279570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4" name="Text 272"/>
          <p:cNvSpPr/>
          <p:nvPr/>
        </p:nvSpPr>
        <p:spPr>
          <a:xfrm>
            <a:off x="3941899" y="280570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5" name="Text 273"/>
          <p:cNvSpPr/>
          <p:nvPr/>
        </p:nvSpPr>
        <p:spPr>
          <a:xfrm>
            <a:off x="3941899" y="281570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6" name="Text 274"/>
          <p:cNvSpPr/>
          <p:nvPr/>
        </p:nvSpPr>
        <p:spPr>
          <a:xfrm>
            <a:off x="3941899" y="282571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7" name="Text 275"/>
          <p:cNvSpPr/>
          <p:nvPr/>
        </p:nvSpPr>
        <p:spPr>
          <a:xfrm>
            <a:off x="3941899" y="283571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8" name="Text 276"/>
          <p:cNvSpPr/>
          <p:nvPr/>
        </p:nvSpPr>
        <p:spPr>
          <a:xfrm>
            <a:off x="3941899" y="284571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9" name="Text 277"/>
          <p:cNvSpPr/>
          <p:nvPr/>
        </p:nvSpPr>
        <p:spPr>
          <a:xfrm>
            <a:off x="3941899" y="285571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0" name="Text 278"/>
          <p:cNvSpPr/>
          <p:nvPr/>
        </p:nvSpPr>
        <p:spPr>
          <a:xfrm>
            <a:off x="3941899" y="286571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1" name="Text 279"/>
          <p:cNvSpPr/>
          <p:nvPr/>
        </p:nvSpPr>
        <p:spPr>
          <a:xfrm>
            <a:off x="3941899" y="287571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2" name="Text 280"/>
          <p:cNvSpPr/>
          <p:nvPr/>
        </p:nvSpPr>
        <p:spPr>
          <a:xfrm>
            <a:off x="3941899" y="288571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3" name="Text 281"/>
          <p:cNvSpPr/>
          <p:nvPr/>
        </p:nvSpPr>
        <p:spPr>
          <a:xfrm>
            <a:off x="3941899" y="289571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4" name="Text 282"/>
          <p:cNvSpPr/>
          <p:nvPr/>
        </p:nvSpPr>
        <p:spPr>
          <a:xfrm>
            <a:off x="3941899" y="290572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5" name="Text 283"/>
          <p:cNvSpPr/>
          <p:nvPr/>
        </p:nvSpPr>
        <p:spPr>
          <a:xfrm>
            <a:off x="3941899" y="291572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6" name="Text 284"/>
          <p:cNvSpPr/>
          <p:nvPr/>
        </p:nvSpPr>
        <p:spPr>
          <a:xfrm>
            <a:off x="3941899" y="292572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7" name="Text 285"/>
          <p:cNvSpPr/>
          <p:nvPr/>
        </p:nvSpPr>
        <p:spPr>
          <a:xfrm>
            <a:off x="3941899" y="293572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8" name="Text 286"/>
          <p:cNvSpPr/>
          <p:nvPr/>
        </p:nvSpPr>
        <p:spPr>
          <a:xfrm>
            <a:off x="3941899" y="294572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9" name="Text 287"/>
          <p:cNvSpPr/>
          <p:nvPr/>
        </p:nvSpPr>
        <p:spPr>
          <a:xfrm>
            <a:off x="3941899" y="295572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0" name="Text 288"/>
          <p:cNvSpPr/>
          <p:nvPr/>
        </p:nvSpPr>
        <p:spPr>
          <a:xfrm>
            <a:off x="3941899" y="296572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1" name="Text 289"/>
          <p:cNvSpPr/>
          <p:nvPr/>
        </p:nvSpPr>
        <p:spPr>
          <a:xfrm>
            <a:off x="3941899" y="297572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2" name="Text 290"/>
          <p:cNvSpPr/>
          <p:nvPr/>
        </p:nvSpPr>
        <p:spPr>
          <a:xfrm>
            <a:off x="3941899" y="298573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3" name="Text 291"/>
          <p:cNvSpPr/>
          <p:nvPr/>
        </p:nvSpPr>
        <p:spPr>
          <a:xfrm>
            <a:off x="3941899" y="299573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4" name="Text 292"/>
          <p:cNvSpPr/>
          <p:nvPr/>
        </p:nvSpPr>
        <p:spPr>
          <a:xfrm>
            <a:off x="3941899" y="300573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5" name="Text 293"/>
          <p:cNvSpPr/>
          <p:nvPr/>
        </p:nvSpPr>
        <p:spPr>
          <a:xfrm>
            <a:off x="3941899" y="301573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6" name="Text 294"/>
          <p:cNvSpPr/>
          <p:nvPr/>
        </p:nvSpPr>
        <p:spPr>
          <a:xfrm>
            <a:off x="3941899" y="302573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7" name="Text 295"/>
          <p:cNvSpPr/>
          <p:nvPr/>
        </p:nvSpPr>
        <p:spPr>
          <a:xfrm>
            <a:off x="3941899" y="303573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8" name="Text 296"/>
          <p:cNvSpPr/>
          <p:nvPr/>
        </p:nvSpPr>
        <p:spPr>
          <a:xfrm>
            <a:off x="3941899" y="304573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9" name="Text 297"/>
          <p:cNvSpPr/>
          <p:nvPr/>
        </p:nvSpPr>
        <p:spPr>
          <a:xfrm>
            <a:off x="3941899" y="305573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00" name="Text 298"/>
          <p:cNvSpPr/>
          <p:nvPr/>
        </p:nvSpPr>
        <p:spPr>
          <a:xfrm>
            <a:off x="3941899" y="306574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01" name="Text 299"/>
          <p:cNvSpPr/>
          <p:nvPr/>
        </p:nvSpPr>
        <p:spPr>
          <a:xfrm>
            <a:off x="3941899" y="307574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02" name="Text 300"/>
          <p:cNvSpPr/>
          <p:nvPr/>
        </p:nvSpPr>
        <p:spPr>
          <a:xfrm>
            <a:off x="3941899" y="308574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03" name="Text 301"/>
          <p:cNvSpPr/>
          <p:nvPr/>
        </p:nvSpPr>
        <p:spPr>
          <a:xfrm>
            <a:off x="3941899" y="309574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04" name="Text 302"/>
          <p:cNvSpPr/>
          <p:nvPr/>
        </p:nvSpPr>
        <p:spPr>
          <a:xfrm>
            <a:off x="3941899" y="310574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05" name="Text 303"/>
          <p:cNvSpPr/>
          <p:nvPr/>
        </p:nvSpPr>
        <p:spPr>
          <a:xfrm>
            <a:off x="3941899" y="311574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06" name="Text 304"/>
          <p:cNvSpPr/>
          <p:nvPr/>
        </p:nvSpPr>
        <p:spPr>
          <a:xfrm>
            <a:off x="3941899" y="312574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07" name="Text 305"/>
          <p:cNvSpPr/>
          <p:nvPr/>
        </p:nvSpPr>
        <p:spPr>
          <a:xfrm>
            <a:off x="3941899" y="313574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08" name="Text 306"/>
          <p:cNvSpPr/>
          <p:nvPr/>
        </p:nvSpPr>
        <p:spPr>
          <a:xfrm>
            <a:off x="3941899" y="314575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09" name="Text 307"/>
          <p:cNvSpPr/>
          <p:nvPr/>
        </p:nvSpPr>
        <p:spPr>
          <a:xfrm>
            <a:off x="3941899" y="315575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10" name="Text 308"/>
          <p:cNvSpPr/>
          <p:nvPr/>
        </p:nvSpPr>
        <p:spPr>
          <a:xfrm>
            <a:off x="3941899" y="316575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11" name="Text 309"/>
          <p:cNvSpPr/>
          <p:nvPr/>
        </p:nvSpPr>
        <p:spPr>
          <a:xfrm>
            <a:off x="3941899" y="317575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12" name="Text 310"/>
          <p:cNvSpPr/>
          <p:nvPr/>
        </p:nvSpPr>
        <p:spPr>
          <a:xfrm>
            <a:off x="3941899" y="318575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13" name="Text 311"/>
          <p:cNvSpPr/>
          <p:nvPr/>
        </p:nvSpPr>
        <p:spPr>
          <a:xfrm>
            <a:off x="3941899" y="319575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14" name="Text 312"/>
          <p:cNvSpPr/>
          <p:nvPr/>
        </p:nvSpPr>
        <p:spPr>
          <a:xfrm>
            <a:off x="3941899" y="320575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15" name="Text 313"/>
          <p:cNvSpPr/>
          <p:nvPr/>
        </p:nvSpPr>
        <p:spPr>
          <a:xfrm>
            <a:off x="3941899" y="321575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16" name="Text 314"/>
          <p:cNvSpPr/>
          <p:nvPr/>
        </p:nvSpPr>
        <p:spPr>
          <a:xfrm>
            <a:off x="3941899" y="322576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17" name="Text 315"/>
          <p:cNvSpPr/>
          <p:nvPr/>
        </p:nvSpPr>
        <p:spPr>
          <a:xfrm>
            <a:off x="3941899" y="323576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18" name="Text 316"/>
          <p:cNvSpPr/>
          <p:nvPr/>
        </p:nvSpPr>
        <p:spPr>
          <a:xfrm>
            <a:off x="3941899" y="324576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19" name="Text 317"/>
          <p:cNvSpPr/>
          <p:nvPr/>
        </p:nvSpPr>
        <p:spPr>
          <a:xfrm>
            <a:off x="3941899" y="325576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20" name="Text 318"/>
          <p:cNvSpPr/>
          <p:nvPr/>
        </p:nvSpPr>
        <p:spPr>
          <a:xfrm>
            <a:off x="3941899" y="326576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21" name="Text 319"/>
          <p:cNvSpPr/>
          <p:nvPr/>
        </p:nvSpPr>
        <p:spPr>
          <a:xfrm>
            <a:off x="3941899" y="327576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22" name="Text 320"/>
          <p:cNvSpPr/>
          <p:nvPr/>
        </p:nvSpPr>
        <p:spPr>
          <a:xfrm>
            <a:off x="3941899" y="328576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23" name="Text 321"/>
          <p:cNvSpPr/>
          <p:nvPr/>
        </p:nvSpPr>
        <p:spPr>
          <a:xfrm>
            <a:off x="3941899" y="329576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24" name="Text 322"/>
          <p:cNvSpPr/>
          <p:nvPr/>
        </p:nvSpPr>
        <p:spPr>
          <a:xfrm>
            <a:off x="3941899" y="330577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25" name="Text 323"/>
          <p:cNvSpPr/>
          <p:nvPr/>
        </p:nvSpPr>
        <p:spPr>
          <a:xfrm>
            <a:off x="3941899" y="331577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26" name="Text 324"/>
          <p:cNvSpPr/>
          <p:nvPr/>
        </p:nvSpPr>
        <p:spPr>
          <a:xfrm>
            <a:off x="3941899" y="332577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27" name="Text 325"/>
          <p:cNvSpPr/>
          <p:nvPr/>
        </p:nvSpPr>
        <p:spPr>
          <a:xfrm>
            <a:off x="3941899" y="333577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28" name="Text 326"/>
          <p:cNvSpPr/>
          <p:nvPr/>
        </p:nvSpPr>
        <p:spPr>
          <a:xfrm>
            <a:off x="3941899" y="334577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29" name="Text 327"/>
          <p:cNvSpPr/>
          <p:nvPr/>
        </p:nvSpPr>
        <p:spPr>
          <a:xfrm>
            <a:off x="3941899" y="335577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30" name="Text 328"/>
          <p:cNvSpPr/>
          <p:nvPr/>
        </p:nvSpPr>
        <p:spPr>
          <a:xfrm>
            <a:off x="3941899" y="336577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31" name="Text 329"/>
          <p:cNvSpPr/>
          <p:nvPr/>
        </p:nvSpPr>
        <p:spPr>
          <a:xfrm>
            <a:off x="3941899" y="337577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32" name="Text 330"/>
          <p:cNvSpPr/>
          <p:nvPr/>
        </p:nvSpPr>
        <p:spPr>
          <a:xfrm>
            <a:off x="3941899" y="338578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33" name="Text 331"/>
          <p:cNvSpPr/>
          <p:nvPr/>
        </p:nvSpPr>
        <p:spPr>
          <a:xfrm>
            <a:off x="3941899" y="339578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34" name="Text 332"/>
          <p:cNvSpPr/>
          <p:nvPr/>
        </p:nvSpPr>
        <p:spPr>
          <a:xfrm>
            <a:off x="3941899" y="340578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35" name="Text 333"/>
          <p:cNvSpPr/>
          <p:nvPr/>
        </p:nvSpPr>
        <p:spPr>
          <a:xfrm>
            <a:off x="3941899" y="341578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36" name="Text 334"/>
          <p:cNvSpPr/>
          <p:nvPr/>
        </p:nvSpPr>
        <p:spPr>
          <a:xfrm>
            <a:off x="3941899" y="342578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37" name="Text 335"/>
          <p:cNvSpPr/>
          <p:nvPr/>
        </p:nvSpPr>
        <p:spPr>
          <a:xfrm>
            <a:off x="3941899" y="343578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38" name="Text 336"/>
          <p:cNvSpPr/>
          <p:nvPr/>
        </p:nvSpPr>
        <p:spPr>
          <a:xfrm>
            <a:off x="3941899" y="344578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39" name="Text 337"/>
          <p:cNvSpPr/>
          <p:nvPr/>
        </p:nvSpPr>
        <p:spPr>
          <a:xfrm>
            <a:off x="3941899" y="345578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40" name="Text 338"/>
          <p:cNvSpPr/>
          <p:nvPr/>
        </p:nvSpPr>
        <p:spPr>
          <a:xfrm>
            <a:off x="3941899" y="346579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41" name="Text 339"/>
          <p:cNvSpPr/>
          <p:nvPr/>
        </p:nvSpPr>
        <p:spPr>
          <a:xfrm>
            <a:off x="3941899" y="347579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42" name="Text 340"/>
          <p:cNvSpPr/>
          <p:nvPr/>
        </p:nvSpPr>
        <p:spPr>
          <a:xfrm>
            <a:off x="3941899" y="348579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43" name="Text 341"/>
          <p:cNvSpPr/>
          <p:nvPr/>
        </p:nvSpPr>
        <p:spPr>
          <a:xfrm>
            <a:off x="3941899" y="349579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44" name="Text 342"/>
          <p:cNvSpPr/>
          <p:nvPr/>
        </p:nvSpPr>
        <p:spPr>
          <a:xfrm>
            <a:off x="3941899" y="350579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45" name="Text 343"/>
          <p:cNvSpPr/>
          <p:nvPr/>
        </p:nvSpPr>
        <p:spPr>
          <a:xfrm>
            <a:off x="3941899" y="351579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46" name="Text 344"/>
          <p:cNvSpPr/>
          <p:nvPr/>
        </p:nvSpPr>
        <p:spPr>
          <a:xfrm>
            <a:off x="3941899" y="352579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47" name="Text 345"/>
          <p:cNvSpPr/>
          <p:nvPr/>
        </p:nvSpPr>
        <p:spPr>
          <a:xfrm>
            <a:off x="3941899" y="353579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48" name="Text 346"/>
          <p:cNvSpPr/>
          <p:nvPr/>
        </p:nvSpPr>
        <p:spPr>
          <a:xfrm>
            <a:off x="3941899" y="354580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49" name="Text 347"/>
          <p:cNvSpPr/>
          <p:nvPr/>
        </p:nvSpPr>
        <p:spPr>
          <a:xfrm>
            <a:off x="3941899" y="355580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50" name="Text 348"/>
          <p:cNvSpPr/>
          <p:nvPr/>
        </p:nvSpPr>
        <p:spPr>
          <a:xfrm>
            <a:off x="3941899" y="356580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51" name="Text 349"/>
          <p:cNvSpPr/>
          <p:nvPr/>
        </p:nvSpPr>
        <p:spPr>
          <a:xfrm>
            <a:off x="3941899" y="357580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52" name="Text 350"/>
          <p:cNvSpPr/>
          <p:nvPr/>
        </p:nvSpPr>
        <p:spPr>
          <a:xfrm>
            <a:off x="3941899" y="358580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53" name="Text 351"/>
          <p:cNvSpPr/>
          <p:nvPr/>
        </p:nvSpPr>
        <p:spPr>
          <a:xfrm>
            <a:off x="3941899" y="359580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54" name="Text 352"/>
          <p:cNvSpPr/>
          <p:nvPr/>
        </p:nvSpPr>
        <p:spPr>
          <a:xfrm>
            <a:off x="3941899" y="360580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55" name="Text 353"/>
          <p:cNvSpPr/>
          <p:nvPr/>
        </p:nvSpPr>
        <p:spPr>
          <a:xfrm>
            <a:off x="3941899" y="361580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56" name="Text 354"/>
          <p:cNvSpPr/>
          <p:nvPr/>
        </p:nvSpPr>
        <p:spPr>
          <a:xfrm>
            <a:off x="3941899" y="362581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57" name="Text 355"/>
          <p:cNvSpPr/>
          <p:nvPr/>
        </p:nvSpPr>
        <p:spPr>
          <a:xfrm>
            <a:off x="3941899" y="363581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58" name="Text 356"/>
          <p:cNvSpPr/>
          <p:nvPr/>
        </p:nvSpPr>
        <p:spPr>
          <a:xfrm>
            <a:off x="3941899" y="364581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59" name="Text 357"/>
          <p:cNvSpPr/>
          <p:nvPr/>
        </p:nvSpPr>
        <p:spPr>
          <a:xfrm>
            <a:off x="3941899" y="365581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60" name="Text 358"/>
          <p:cNvSpPr/>
          <p:nvPr/>
        </p:nvSpPr>
        <p:spPr>
          <a:xfrm>
            <a:off x="3941899" y="366581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61" name="Text 359"/>
          <p:cNvSpPr/>
          <p:nvPr/>
        </p:nvSpPr>
        <p:spPr>
          <a:xfrm>
            <a:off x="3941899" y="367581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62" name="Text 360"/>
          <p:cNvSpPr/>
          <p:nvPr/>
        </p:nvSpPr>
        <p:spPr>
          <a:xfrm>
            <a:off x="3941899" y="368581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63" name="Text 361"/>
          <p:cNvSpPr/>
          <p:nvPr/>
        </p:nvSpPr>
        <p:spPr>
          <a:xfrm>
            <a:off x="3941899" y="369581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64" name="Text 362"/>
          <p:cNvSpPr/>
          <p:nvPr/>
        </p:nvSpPr>
        <p:spPr>
          <a:xfrm>
            <a:off x="3941899" y="370582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65" name="Text 363"/>
          <p:cNvSpPr/>
          <p:nvPr/>
        </p:nvSpPr>
        <p:spPr>
          <a:xfrm>
            <a:off x="3941899" y="371582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66" name="Text 364"/>
          <p:cNvSpPr/>
          <p:nvPr/>
        </p:nvSpPr>
        <p:spPr>
          <a:xfrm>
            <a:off x="3941899" y="372582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67" name="Text 365"/>
          <p:cNvSpPr/>
          <p:nvPr/>
        </p:nvSpPr>
        <p:spPr>
          <a:xfrm>
            <a:off x="3941899" y="373582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68" name="Text 366"/>
          <p:cNvSpPr/>
          <p:nvPr/>
        </p:nvSpPr>
        <p:spPr>
          <a:xfrm>
            <a:off x="3941899" y="374582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69" name="Text 367"/>
          <p:cNvSpPr/>
          <p:nvPr/>
        </p:nvSpPr>
        <p:spPr>
          <a:xfrm>
            <a:off x="3941899" y="375582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70" name="Text 368"/>
          <p:cNvSpPr/>
          <p:nvPr/>
        </p:nvSpPr>
        <p:spPr>
          <a:xfrm>
            <a:off x="3941899" y="376582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71" name="Text 369"/>
          <p:cNvSpPr/>
          <p:nvPr/>
        </p:nvSpPr>
        <p:spPr>
          <a:xfrm>
            <a:off x="3941899" y="377582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72" name="Text 370"/>
          <p:cNvSpPr/>
          <p:nvPr/>
        </p:nvSpPr>
        <p:spPr>
          <a:xfrm>
            <a:off x="3941899" y="378583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73" name="Text 371"/>
          <p:cNvSpPr/>
          <p:nvPr/>
        </p:nvSpPr>
        <p:spPr>
          <a:xfrm>
            <a:off x="3941899" y="379583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74" name="Text 372"/>
          <p:cNvSpPr/>
          <p:nvPr/>
        </p:nvSpPr>
        <p:spPr>
          <a:xfrm>
            <a:off x="3941899" y="380583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75" name="Text 373"/>
          <p:cNvSpPr/>
          <p:nvPr/>
        </p:nvSpPr>
        <p:spPr>
          <a:xfrm>
            <a:off x="3941899" y="381583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76" name="Text 374"/>
          <p:cNvSpPr/>
          <p:nvPr/>
        </p:nvSpPr>
        <p:spPr>
          <a:xfrm>
            <a:off x="3941899" y="382583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77" name="Text 375"/>
          <p:cNvSpPr/>
          <p:nvPr/>
        </p:nvSpPr>
        <p:spPr>
          <a:xfrm>
            <a:off x="3941899" y="383583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78" name="Text 376"/>
          <p:cNvSpPr/>
          <p:nvPr/>
        </p:nvSpPr>
        <p:spPr>
          <a:xfrm>
            <a:off x="3941899" y="384583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79" name="Text 377"/>
          <p:cNvSpPr/>
          <p:nvPr/>
        </p:nvSpPr>
        <p:spPr>
          <a:xfrm>
            <a:off x="3941899" y="385583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80" name="Text 378"/>
          <p:cNvSpPr/>
          <p:nvPr/>
        </p:nvSpPr>
        <p:spPr>
          <a:xfrm>
            <a:off x="3941899" y="386584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81" name="Text 379"/>
          <p:cNvSpPr/>
          <p:nvPr/>
        </p:nvSpPr>
        <p:spPr>
          <a:xfrm>
            <a:off x="3941899" y="387584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82" name="Text 380"/>
          <p:cNvSpPr/>
          <p:nvPr/>
        </p:nvSpPr>
        <p:spPr>
          <a:xfrm>
            <a:off x="3941899" y="388584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83" name="Text 381"/>
          <p:cNvSpPr/>
          <p:nvPr/>
        </p:nvSpPr>
        <p:spPr>
          <a:xfrm>
            <a:off x="3941899" y="389584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84" name="Text 382"/>
          <p:cNvSpPr/>
          <p:nvPr/>
        </p:nvSpPr>
        <p:spPr>
          <a:xfrm>
            <a:off x="3941899" y="390584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85" name="Text 383"/>
          <p:cNvSpPr/>
          <p:nvPr/>
        </p:nvSpPr>
        <p:spPr>
          <a:xfrm>
            <a:off x="3941899" y="391584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86" name="Text 384"/>
          <p:cNvSpPr/>
          <p:nvPr/>
        </p:nvSpPr>
        <p:spPr>
          <a:xfrm>
            <a:off x="3941899" y="392584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87" name="Text 385"/>
          <p:cNvSpPr/>
          <p:nvPr/>
        </p:nvSpPr>
        <p:spPr>
          <a:xfrm>
            <a:off x="3941899" y="393584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88" name="Text 386"/>
          <p:cNvSpPr/>
          <p:nvPr/>
        </p:nvSpPr>
        <p:spPr>
          <a:xfrm>
            <a:off x="3941899" y="394585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89" name="Text 387"/>
          <p:cNvSpPr/>
          <p:nvPr/>
        </p:nvSpPr>
        <p:spPr>
          <a:xfrm>
            <a:off x="3941899" y="395585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90" name="Text 388"/>
          <p:cNvSpPr/>
          <p:nvPr/>
        </p:nvSpPr>
        <p:spPr>
          <a:xfrm>
            <a:off x="3941899" y="396585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91" name="Text 389"/>
          <p:cNvSpPr/>
          <p:nvPr/>
        </p:nvSpPr>
        <p:spPr>
          <a:xfrm>
            <a:off x="3941899" y="397585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92" name="Text 390"/>
          <p:cNvSpPr/>
          <p:nvPr/>
        </p:nvSpPr>
        <p:spPr>
          <a:xfrm>
            <a:off x="3941899" y="398585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93" name="Text 391"/>
          <p:cNvSpPr/>
          <p:nvPr/>
        </p:nvSpPr>
        <p:spPr>
          <a:xfrm>
            <a:off x="3941899" y="399585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94" name="Text 392"/>
          <p:cNvSpPr/>
          <p:nvPr/>
        </p:nvSpPr>
        <p:spPr>
          <a:xfrm>
            <a:off x="3941899" y="400585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95" name="Text 393"/>
          <p:cNvSpPr/>
          <p:nvPr/>
        </p:nvSpPr>
        <p:spPr>
          <a:xfrm>
            <a:off x="3941899" y="401585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96" name="Text 394"/>
          <p:cNvSpPr/>
          <p:nvPr/>
        </p:nvSpPr>
        <p:spPr>
          <a:xfrm>
            <a:off x="3941899" y="402586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97" name="Text 395"/>
          <p:cNvSpPr/>
          <p:nvPr/>
        </p:nvSpPr>
        <p:spPr>
          <a:xfrm>
            <a:off x="3941899" y="403586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98" name="Text 396"/>
          <p:cNvSpPr/>
          <p:nvPr/>
        </p:nvSpPr>
        <p:spPr>
          <a:xfrm>
            <a:off x="3941899" y="404586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399" name="Text 397"/>
          <p:cNvSpPr/>
          <p:nvPr/>
        </p:nvSpPr>
        <p:spPr>
          <a:xfrm>
            <a:off x="3941899" y="405586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00" name="Text 398"/>
          <p:cNvSpPr/>
          <p:nvPr/>
        </p:nvSpPr>
        <p:spPr>
          <a:xfrm>
            <a:off x="3941899" y="406586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01" name="Text 399"/>
          <p:cNvSpPr/>
          <p:nvPr/>
        </p:nvSpPr>
        <p:spPr>
          <a:xfrm>
            <a:off x="3941899" y="407586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02" name="Text 400"/>
          <p:cNvSpPr/>
          <p:nvPr/>
        </p:nvSpPr>
        <p:spPr>
          <a:xfrm>
            <a:off x="3941899" y="408586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03" name="Text 401"/>
          <p:cNvSpPr/>
          <p:nvPr/>
        </p:nvSpPr>
        <p:spPr>
          <a:xfrm>
            <a:off x="3941899" y="409586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04" name="Text 402"/>
          <p:cNvSpPr/>
          <p:nvPr/>
        </p:nvSpPr>
        <p:spPr>
          <a:xfrm>
            <a:off x="3941899" y="410587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05" name="Text 403"/>
          <p:cNvSpPr/>
          <p:nvPr/>
        </p:nvSpPr>
        <p:spPr>
          <a:xfrm>
            <a:off x="3941899" y="411587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06" name="Text 404"/>
          <p:cNvSpPr/>
          <p:nvPr/>
        </p:nvSpPr>
        <p:spPr>
          <a:xfrm>
            <a:off x="3941899" y="412587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07" name="Text 405"/>
          <p:cNvSpPr/>
          <p:nvPr/>
        </p:nvSpPr>
        <p:spPr>
          <a:xfrm>
            <a:off x="3941899" y="413587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08" name="Text 406"/>
          <p:cNvSpPr/>
          <p:nvPr/>
        </p:nvSpPr>
        <p:spPr>
          <a:xfrm>
            <a:off x="3941899" y="414587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09" name="Text 407"/>
          <p:cNvSpPr/>
          <p:nvPr/>
        </p:nvSpPr>
        <p:spPr>
          <a:xfrm>
            <a:off x="3941899" y="415587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10" name="Text 408"/>
          <p:cNvSpPr/>
          <p:nvPr/>
        </p:nvSpPr>
        <p:spPr>
          <a:xfrm>
            <a:off x="3941899" y="416587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11" name="Text 409"/>
          <p:cNvSpPr/>
          <p:nvPr/>
        </p:nvSpPr>
        <p:spPr>
          <a:xfrm>
            <a:off x="3941899" y="417587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12" name="Text 410"/>
          <p:cNvSpPr/>
          <p:nvPr/>
        </p:nvSpPr>
        <p:spPr>
          <a:xfrm>
            <a:off x="3941899" y="418588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13" name="Text 411"/>
          <p:cNvSpPr/>
          <p:nvPr/>
        </p:nvSpPr>
        <p:spPr>
          <a:xfrm>
            <a:off x="3941899" y="419588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14" name="Text 412"/>
          <p:cNvSpPr/>
          <p:nvPr/>
        </p:nvSpPr>
        <p:spPr>
          <a:xfrm>
            <a:off x="3941899" y="420588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15" name="Text 413"/>
          <p:cNvSpPr/>
          <p:nvPr/>
        </p:nvSpPr>
        <p:spPr>
          <a:xfrm>
            <a:off x="3941899" y="421588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16" name="Text 414"/>
          <p:cNvSpPr/>
          <p:nvPr/>
        </p:nvSpPr>
        <p:spPr>
          <a:xfrm>
            <a:off x="3941899" y="422588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17" name="Text 415"/>
          <p:cNvSpPr/>
          <p:nvPr/>
        </p:nvSpPr>
        <p:spPr>
          <a:xfrm>
            <a:off x="3941899" y="423588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18" name="Text 416"/>
          <p:cNvSpPr/>
          <p:nvPr/>
        </p:nvSpPr>
        <p:spPr>
          <a:xfrm>
            <a:off x="3941899" y="424588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19" name="Text 417"/>
          <p:cNvSpPr/>
          <p:nvPr/>
        </p:nvSpPr>
        <p:spPr>
          <a:xfrm>
            <a:off x="3941899" y="425588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20" name="Text 418"/>
          <p:cNvSpPr/>
          <p:nvPr/>
        </p:nvSpPr>
        <p:spPr>
          <a:xfrm>
            <a:off x="3941899" y="426589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21" name="Text 419"/>
          <p:cNvSpPr/>
          <p:nvPr/>
        </p:nvSpPr>
        <p:spPr>
          <a:xfrm>
            <a:off x="3941899" y="427589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22" name="Text 420"/>
          <p:cNvSpPr/>
          <p:nvPr/>
        </p:nvSpPr>
        <p:spPr>
          <a:xfrm>
            <a:off x="3941899" y="428589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23" name="Text 421"/>
          <p:cNvSpPr/>
          <p:nvPr/>
        </p:nvSpPr>
        <p:spPr>
          <a:xfrm>
            <a:off x="3941899" y="429589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24" name="Text 422"/>
          <p:cNvSpPr/>
          <p:nvPr/>
        </p:nvSpPr>
        <p:spPr>
          <a:xfrm>
            <a:off x="3941899" y="430589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25" name="Text 423"/>
          <p:cNvSpPr/>
          <p:nvPr/>
        </p:nvSpPr>
        <p:spPr>
          <a:xfrm>
            <a:off x="3941899" y="431589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26" name="Text 424"/>
          <p:cNvSpPr/>
          <p:nvPr/>
        </p:nvSpPr>
        <p:spPr>
          <a:xfrm>
            <a:off x="3941899" y="432589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27" name="Text 425"/>
          <p:cNvSpPr/>
          <p:nvPr/>
        </p:nvSpPr>
        <p:spPr>
          <a:xfrm>
            <a:off x="3941899" y="433589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28" name="Text 426"/>
          <p:cNvSpPr/>
          <p:nvPr/>
        </p:nvSpPr>
        <p:spPr>
          <a:xfrm>
            <a:off x="3941899" y="434590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29" name="Text 427"/>
          <p:cNvSpPr/>
          <p:nvPr/>
        </p:nvSpPr>
        <p:spPr>
          <a:xfrm>
            <a:off x="3941899" y="435590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30" name="Text 428"/>
          <p:cNvSpPr/>
          <p:nvPr/>
        </p:nvSpPr>
        <p:spPr>
          <a:xfrm>
            <a:off x="3941899" y="436590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31" name="Text 429"/>
          <p:cNvSpPr/>
          <p:nvPr/>
        </p:nvSpPr>
        <p:spPr>
          <a:xfrm>
            <a:off x="3941899" y="437590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32" name="Text 430"/>
          <p:cNvSpPr/>
          <p:nvPr/>
        </p:nvSpPr>
        <p:spPr>
          <a:xfrm>
            <a:off x="3941899" y="438590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33" name="Text 431"/>
          <p:cNvSpPr/>
          <p:nvPr/>
        </p:nvSpPr>
        <p:spPr>
          <a:xfrm>
            <a:off x="3941899" y="439590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34" name="Text 432"/>
          <p:cNvSpPr/>
          <p:nvPr/>
        </p:nvSpPr>
        <p:spPr>
          <a:xfrm>
            <a:off x="3941899" y="440590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35" name="Text 433"/>
          <p:cNvSpPr/>
          <p:nvPr/>
        </p:nvSpPr>
        <p:spPr>
          <a:xfrm>
            <a:off x="3941899" y="441590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36" name="Text 434"/>
          <p:cNvSpPr/>
          <p:nvPr/>
        </p:nvSpPr>
        <p:spPr>
          <a:xfrm>
            <a:off x="3941899" y="442591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37" name="Text 435"/>
          <p:cNvSpPr/>
          <p:nvPr/>
        </p:nvSpPr>
        <p:spPr>
          <a:xfrm>
            <a:off x="3941899" y="443591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38" name="Text 436"/>
          <p:cNvSpPr/>
          <p:nvPr/>
        </p:nvSpPr>
        <p:spPr>
          <a:xfrm>
            <a:off x="3941899" y="444591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39" name="Text 437"/>
          <p:cNvSpPr/>
          <p:nvPr/>
        </p:nvSpPr>
        <p:spPr>
          <a:xfrm>
            <a:off x="3941899" y="445591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40" name="Text 438"/>
          <p:cNvSpPr/>
          <p:nvPr/>
        </p:nvSpPr>
        <p:spPr>
          <a:xfrm>
            <a:off x="3941899" y="446591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41" name="Text 439"/>
          <p:cNvSpPr/>
          <p:nvPr/>
        </p:nvSpPr>
        <p:spPr>
          <a:xfrm>
            <a:off x="3941899" y="447591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42" name="Text 440"/>
          <p:cNvSpPr/>
          <p:nvPr/>
        </p:nvSpPr>
        <p:spPr>
          <a:xfrm>
            <a:off x="3941899" y="448591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43" name="Text 441"/>
          <p:cNvSpPr/>
          <p:nvPr/>
        </p:nvSpPr>
        <p:spPr>
          <a:xfrm>
            <a:off x="3941899" y="449591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44" name="Text 442"/>
          <p:cNvSpPr/>
          <p:nvPr/>
        </p:nvSpPr>
        <p:spPr>
          <a:xfrm>
            <a:off x="3941899" y="450592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45" name="Text 443"/>
          <p:cNvSpPr/>
          <p:nvPr/>
        </p:nvSpPr>
        <p:spPr>
          <a:xfrm>
            <a:off x="3941899" y="451592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46" name="Text 444"/>
          <p:cNvSpPr/>
          <p:nvPr/>
        </p:nvSpPr>
        <p:spPr>
          <a:xfrm>
            <a:off x="3941899" y="452592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47" name="Text 445"/>
          <p:cNvSpPr/>
          <p:nvPr/>
        </p:nvSpPr>
        <p:spPr>
          <a:xfrm>
            <a:off x="3941899" y="453592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48" name="Text 446"/>
          <p:cNvSpPr/>
          <p:nvPr/>
        </p:nvSpPr>
        <p:spPr>
          <a:xfrm>
            <a:off x="3941899" y="454592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49" name="Text 447"/>
          <p:cNvSpPr/>
          <p:nvPr/>
        </p:nvSpPr>
        <p:spPr>
          <a:xfrm>
            <a:off x="3941899" y="455592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50" name="Text 448"/>
          <p:cNvSpPr/>
          <p:nvPr/>
        </p:nvSpPr>
        <p:spPr>
          <a:xfrm>
            <a:off x="3941899" y="456592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51" name="Text 449"/>
          <p:cNvSpPr/>
          <p:nvPr/>
        </p:nvSpPr>
        <p:spPr>
          <a:xfrm>
            <a:off x="3941899" y="457592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52" name="Text 450"/>
          <p:cNvSpPr/>
          <p:nvPr/>
        </p:nvSpPr>
        <p:spPr>
          <a:xfrm>
            <a:off x="3941899" y="458593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53" name="Text 451"/>
          <p:cNvSpPr/>
          <p:nvPr/>
        </p:nvSpPr>
        <p:spPr>
          <a:xfrm>
            <a:off x="3941899" y="459593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54" name="Text 452"/>
          <p:cNvSpPr/>
          <p:nvPr/>
        </p:nvSpPr>
        <p:spPr>
          <a:xfrm>
            <a:off x="3941899" y="460593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55" name="Text 453"/>
          <p:cNvSpPr/>
          <p:nvPr/>
        </p:nvSpPr>
        <p:spPr>
          <a:xfrm>
            <a:off x="3941899" y="461593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56" name="Text 454"/>
          <p:cNvSpPr/>
          <p:nvPr/>
        </p:nvSpPr>
        <p:spPr>
          <a:xfrm>
            <a:off x="3941899" y="462593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57" name="Text 455"/>
          <p:cNvSpPr/>
          <p:nvPr/>
        </p:nvSpPr>
        <p:spPr>
          <a:xfrm>
            <a:off x="3941899" y="463593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58" name="Text 456"/>
          <p:cNvSpPr/>
          <p:nvPr/>
        </p:nvSpPr>
        <p:spPr>
          <a:xfrm>
            <a:off x="3941899" y="464593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59" name="Text 457"/>
          <p:cNvSpPr/>
          <p:nvPr/>
        </p:nvSpPr>
        <p:spPr>
          <a:xfrm>
            <a:off x="3941899" y="465593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60" name="Text 458"/>
          <p:cNvSpPr/>
          <p:nvPr/>
        </p:nvSpPr>
        <p:spPr>
          <a:xfrm>
            <a:off x="3941899" y="466594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61" name="Text 459"/>
          <p:cNvSpPr/>
          <p:nvPr/>
        </p:nvSpPr>
        <p:spPr>
          <a:xfrm>
            <a:off x="3941899" y="467594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62" name="Text 460"/>
          <p:cNvSpPr/>
          <p:nvPr/>
        </p:nvSpPr>
        <p:spPr>
          <a:xfrm>
            <a:off x="3941899" y="468594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63" name="Text 461"/>
          <p:cNvSpPr/>
          <p:nvPr/>
        </p:nvSpPr>
        <p:spPr>
          <a:xfrm>
            <a:off x="3941899" y="469594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64" name="Text 462"/>
          <p:cNvSpPr/>
          <p:nvPr/>
        </p:nvSpPr>
        <p:spPr>
          <a:xfrm>
            <a:off x="3941899" y="470594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65" name="Text 463"/>
          <p:cNvSpPr/>
          <p:nvPr/>
        </p:nvSpPr>
        <p:spPr>
          <a:xfrm>
            <a:off x="3941899" y="471594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66" name="Text 464"/>
          <p:cNvSpPr/>
          <p:nvPr/>
        </p:nvSpPr>
        <p:spPr>
          <a:xfrm>
            <a:off x="3941899" y="472594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67" name="Text 465"/>
          <p:cNvSpPr/>
          <p:nvPr/>
        </p:nvSpPr>
        <p:spPr>
          <a:xfrm>
            <a:off x="3941899" y="473594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68" name="Text 466"/>
          <p:cNvSpPr/>
          <p:nvPr/>
        </p:nvSpPr>
        <p:spPr>
          <a:xfrm>
            <a:off x="3941899" y="474595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69" name="Text 467"/>
          <p:cNvSpPr/>
          <p:nvPr/>
        </p:nvSpPr>
        <p:spPr>
          <a:xfrm>
            <a:off x="3941899" y="475595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70" name="Text 468"/>
          <p:cNvSpPr/>
          <p:nvPr/>
        </p:nvSpPr>
        <p:spPr>
          <a:xfrm>
            <a:off x="3941899" y="476595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71" name="Text 469"/>
          <p:cNvSpPr/>
          <p:nvPr/>
        </p:nvSpPr>
        <p:spPr>
          <a:xfrm>
            <a:off x="3941899" y="477595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72" name="Text 470"/>
          <p:cNvSpPr/>
          <p:nvPr/>
        </p:nvSpPr>
        <p:spPr>
          <a:xfrm>
            <a:off x="3941899" y="478595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73" name="Text 471"/>
          <p:cNvSpPr/>
          <p:nvPr/>
        </p:nvSpPr>
        <p:spPr>
          <a:xfrm>
            <a:off x="3941899" y="479595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74" name="Text 472"/>
          <p:cNvSpPr/>
          <p:nvPr/>
        </p:nvSpPr>
        <p:spPr>
          <a:xfrm>
            <a:off x="3941899" y="480595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75" name="Text 473"/>
          <p:cNvSpPr/>
          <p:nvPr/>
        </p:nvSpPr>
        <p:spPr>
          <a:xfrm>
            <a:off x="3941899" y="481595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76" name="Text 474"/>
          <p:cNvSpPr/>
          <p:nvPr/>
        </p:nvSpPr>
        <p:spPr>
          <a:xfrm>
            <a:off x="3941899" y="482596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77" name="Text 475"/>
          <p:cNvSpPr/>
          <p:nvPr/>
        </p:nvSpPr>
        <p:spPr>
          <a:xfrm>
            <a:off x="3941899" y="483596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78" name="Text 476"/>
          <p:cNvSpPr/>
          <p:nvPr/>
        </p:nvSpPr>
        <p:spPr>
          <a:xfrm>
            <a:off x="3941899" y="484596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79" name="Text 477"/>
          <p:cNvSpPr/>
          <p:nvPr/>
        </p:nvSpPr>
        <p:spPr>
          <a:xfrm>
            <a:off x="3941899" y="485596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80" name="Text 478"/>
          <p:cNvSpPr/>
          <p:nvPr/>
        </p:nvSpPr>
        <p:spPr>
          <a:xfrm>
            <a:off x="3941899" y="486596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81" name="Text 479"/>
          <p:cNvSpPr/>
          <p:nvPr/>
        </p:nvSpPr>
        <p:spPr>
          <a:xfrm>
            <a:off x="3941899" y="487596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82" name="Text 480"/>
          <p:cNvSpPr/>
          <p:nvPr/>
        </p:nvSpPr>
        <p:spPr>
          <a:xfrm>
            <a:off x="3941899" y="488596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83" name="Text 481"/>
          <p:cNvSpPr/>
          <p:nvPr/>
        </p:nvSpPr>
        <p:spPr>
          <a:xfrm>
            <a:off x="3941899" y="489596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84" name="Text 482"/>
          <p:cNvSpPr/>
          <p:nvPr/>
        </p:nvSpPr>
        <p:spPr>
          <a:xfrm>
            <a:off x="3941899" y="490597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85" name="Text 483"/>
          <p:cNvSpPr/>
          <p:nvPr/>
        </p:nvSpPr>
        <p:spPr>
          <a:xfrm>
            <a:off x="3941899" y="491597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86" name="Text 484"/>
          <p:cNvSpPr/>
          <p:nvPr/>
        </p:nvSpPr>
        <p:spPr>
          <a:xfrm>
            <a:off x="3941899" y="492597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87" name="Text 485"/>
          <p:cNvSpPr/>
          <p:nvPr/>
        </p:nvSpPr>
        <p:spPr>
          <a:xfrm>
            <a:off x="3941899" y="493597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88" name="Text 486"/>
          <p:cNvSpPr/>
          <p:nvPr/>
        </p:nvSpPr>
        <p:spPr>
          <a:xfrm>
            <a:off x="3941899" y="494597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89" name="Text 487"/>
          <p:cNvSpPr/>
          <p:nvPr/>
        </p:nvSpPr>
        <p:spPr>
          <a:xfrm>
            <a:off x="3941899" y="495597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90" name="Text 488"/>
          <p:cNvSpPr/>
          <p:nvPr/>
        </p:nvSpPr>
        <p:spPr>
          <a:xfrm>
            <a:off x="3941899" y="496597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91" name="Text 489"/>
          <p:cNvSpPr/>
          <p:nvPr/>
        </p:nvSpPr>
        <p:spPr>
          <a:xfrm>
            <a:off x="3941899" y="497597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92" name="Text 490"/>
          <p:cNvSpPr/>
          <p:nvPr/>
        </p:nvSpPr>
        <p:spPr>
          <a:xfrm>
            <a:off x="3941899" y="498598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93" name="Text 491"/>
          <p:cNvSpPr/>
          <p:nvPr/>
        </p:nvSpPr>
        <p:spPr>
          <a:xfrm>
            <a:off x="3941899" y="499598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94" name="Text 492"/>
          <p:cNvSpPr/>
          <p:nvPr/>
        </p:nvSpPr>
        <p:spPr>
          <a:xfrm>
            <a:off x="3941899" y="500598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95" name="Text 493"/>
          <p:cNvSpPr/>
          <p:nvPr/>
        </p:nvSpPr>
        <p:spPr>
          <a:xfrm>
            <a:off x="3941899" y="501598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96" name="Text 494"/>
          <p:cNvSpPr/>
          <p:nvPr/>
        </p:nvSpPr>
        <p:spPr>
          <a:xfrm>
            <a:off x="3941899" y="502598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97" name="Text 495"/>
          <p:cNvSpPr/>
          <p:nvPr/>
        </p:nvSpPr>
        <p:spPr>
          <a:xfrm>
            <a:off x="3941899" y="503598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98" name="Text 496"/>
          <p:cNvSpPr/>
          <p:nvPr/>
        </p:nvSpPr>
        <p:spPr>
          <a:xfrm>
            <a:off x="3941899" y="504598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499" name="Text 497"/>
          <p:cNvSpPr/>
          <p:nvPr/>
        </p:nvSpPr>
        <p:spPr>
          <a:xfrm>
            <a:off x="3941899" y="505598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00" name="Text 498"/>
          <p:cNvSpPr/>
          <p:nvPr/>
        </p:nvSpPr>
        <p:spPr>
          <a:xfrm>
            <a:off x="3941899" y="506599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01" name="Text 499"/>
          <p:cNvSpPr/>
          <p:nvPr/>
        </p:nvSpPr>
        <p:spPr>
          <a:xfrm>
            <a:off x="3941899" y="507599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02" name="Text 500"/>
          <p:cNvSpPr/>
          <p:nvPr/>
        </p:nvSpPr>
        <p:spPr>
          <a:xfrm>
            <a:off x="3941899" y="508599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03" name="Text 501"/>
          <p:cNvSpPr/>
          <p:nvPr/>
        </p:nvSpPr>
        <p:spPr>
          <a:xfrm>
            <a:off x="3941899" y="509599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04" name="Text 502"/>
          <p:cNvSpPr/>
          <p:nvPr/>
        </p:nvSpPr>
        <p:spPr>
          <a:xfrm>
            <a:off x="3941899" y="510599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05" name="Text 503"/>
          <p:cNvSpPr/>
          <p:nvPr/>
        </p:nvSpPr>
        <p:spPr>
          <a:xfrm>
            <a:off x="3941899" y="511599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06" name="Text 504"/>
          <p:cNvSpPr/>
          <p:nvPr/>
        </p:nvSpPr>
        <p:spPr>
          <a:xfrm>
            <a:off x="3941899" y="512599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07" name="Text 505"/>
          <p:cNvSpPr/>
          <p:nvPr/>
        </p:nvSpPr>
        <p:spPr>
          <a:xfrm>
            <a:off x="3941899" y="513599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08" name="Text 506"/>
          <p:cNvSpPr/>
          <p:nvPr/>
        </p:nvSpPr>
        <p:spPr>
          <a:xfrm>
            <a:off x="3941899" y="514600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09" name="Text 507"/>
          <p:cNvSpPr/>
          <p:nvPr/>
        </p:nvSpPr>
        <p:spPr>
          <a:xfrm>
            <a:off x="3941899" y="515600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10" name="Text 508"/>
          <p:cNvSpPr/>
          <p:nvPr/>
        </p:nvSpPr>
        <p:spPr>
          <a:xfrm>
            <a:off x="3941899" y="516600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11" name="Text 509"/>
          <p:cNvSpPr/>
          <p:nvPr/>
        </p:nvSpPr>
        <p:spPr>
          <a:xfrm>
            <a:off x="3941899" y="517600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12" name="Text 510"/>
          <p:cNvSpPr/>
          <p:nvPr/>
        </p:nvSpPr>
        <p:spPr>
          <a:xfrm>
            <a:off x="3941899" y="518600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13" name="Text 511"/>
          <p:cNvSpPr/>
          <p:nvPr/>
        </p:nvSpPr>
        <p:spPr>
          <a:xfrm>
            <a:off x="3941899" y="519600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14" name="Text 512"/>
          <p:cNvSpPr/>
          <p:nvPr/>
        </p:nvSpPr>
        <p:spPr>
          <a:xfrm>
            <a:off x="3941899" y="520600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15" name="Text 513"/>
          <p:cNvSpPr/>
          <p:nvPr/>
        </p:nvSpPr>
        <p:spPr>
          <a:xfrm>
            <a:off x="3941899" y="521600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16" name="Text 514"/>
          <p:cNvSpPr/>
          <p:nvPr/>
        </p:nvSpPr>
        <p:spPr>
          <a:xfrm>
            <a:off x="3941899" y="522601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17" name="Text 515"/>
          <p:cNvSpPr/>
          <p:nvPr/>
        </p:nvSpPr>
        <p:spPr>
          <a:xfrm>
            <a:off x="3941899" y="523601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18" name="Text 516"/>
          <p:cNvSpPr/>
          <p:nvPr/>
        </p:nvSpPr>
        <p:spPr>
          <a:xfrm>
            <a:off x="3941899" y="524601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19" name="Text 517"/>
          <p:cNvSpPr/>
          <p:nvPr/>
        </p:nvSpPr>
        <p:spPr>
          <a:xfrm>
            <a:off x="3941899" y="525601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20" name="Text 518"/>
          <p:cNvSpPr/>
          <p:nvPr/>
        </p:nvSpPr>
        <p:spPr>
          <a:xfrm>
            <a:off x="3941899" y="526601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21" name="Text 519"/>
          <p:cNvSpPr/>
          <p:nvPr/>
        </p:nvSpPr>
        <p:spPr>
          <a:xfrm>
            <a:off x="3941899" y="527601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22" name="Text 520"/>
          <p:cNvSpPr/>
          <p:nvPr/>
        </p:nvSpPr>
        <p:spPr>
          <a:xfrm>
            <a:off x="3941899" y="528601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23" name="Text 521"/>
          <p:cNvSpPr/>
          <p:nvPr/>
        </p:nvSpPr>
        <p:spPr>
          <a:xfrm>
            <a:off x="3941899" y="529601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24" name="Text 522"/>
          <p:cNvSpPr/>
          <p:nvPr/>
        </p:nvSpPr>
        <p:spPr>
          <a:xfrm>
            <a:off x="3941899" y="530602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25" name="Text 523"/>
          <p:cNvSpPr/>
          <p:nvPr/>
        </p:nvSpPr>
        <p:spPr>
          <a:xfrm>
            <a:off x="3941899" y="531602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26" name="Text 524"/>
          <p:cNvSpPr/>
          <p:nvPr/>
        </p:nvSpPr>
        <p:spPr>
          <a:xfrm>
            <a:off x="3941899" y="532602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27" name="Text 525"/>
          <p:cNvSpPr/>
          <p:nvPr/>
        </p:nvSpPr>
        <p:spPr>
          <a:xfrm>
            <a:off x="3941899" y="533602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28" name="Text 526"/>
          <p:cNvSpPr/>
          <p:nvPr/>
        </p:nvSpPr>
        <p:spPr>
          <a:xfrm>
            <a:off x="3941899" y="534602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29" name="Text 527"/>
          <p:cNvSpPr/>
          <p:nvPr/>
        </p:nvSpPr>
        <p:spPr>
          <a:xfrm>
            <a:off x="3941899" y="535602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30" name="Text 528"/>
          <p:cNvSpPr/>
          <p:nvPr/>
        </p:nvSpPr>
        <p:spPr>
          <a:xfrm>
            <a:off x="3941899" y="536602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31" name="Text 529"/>
          <p:cNvSpPr/>
          <p:nvPr/>
        </p:nvSpPr>
        <p:spPr>
          <a:xfrm>
            <a:off x="3941899" y="537602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32" name="Text 530"/>
          <p:cNvSpPr/>
          <p:nvPr/>
        </p:nvSpPr>
        <p:spPr>
          <a:xfrm>
            <a:off x="3941899" y="538603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33" name="Text 531"/>
          <p:cNvSpPr/>
          <p:nvPr/>
        </p:nvSpPr>
        <p:spPr>
          <a:xfrm>
            <a:off x="3941899" y="539603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34" name="Text 532"/>
          <p:cNvSpPr/>
          <p:nvPr/>
        </p:nvSpPr>
        <p:spPr>
          <a:xfrm>
            <a:off x="3941899" y="540603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35" name="Text 533"/>
          <p:cNvSpPr/>
          <p:nvPr/>
        </p:nvSpPr>
        <p:spPr>
          <a:xfrm>
            <a:off x="3941899" y="541603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36" name="Text 534"/>
          <p:cNvSpPr/>
          <p:nvPr/>
        </p:nvSpPr>
        <p:spPr>
          <a:xfrm>
            <a:off x="3941899" y="542603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37" name="Text 535"/>
          <p:cNvSpPr/>
          <p:nvPr/>
        </p:nvSpPr>
        <p:spPr>
          <a:xfrm>
            <a:off x="3941899" y="543603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38" name="Text 536"/>
          <p:cNvSpPr/>
          <p:nvPr/>
        </p:nvSpPr>
        <p:spPr>
          <a:xfrm>
            <a:off x="3941899" y="544603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39" name="Text 537"/>
          <p:cNvSpPr/>
          <p:nvPr/>
        </p:nvSpPr>
        <p:spPr>
          <a:xfrm>
            <a:off x="3941899" y="545603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40" name="Text 538"/>
          <p:cNvSpPr/>
          <p:nvPr/>
        </p:nvSpPr>
        <p:spPr>
          <a:xfrm>
            <a:off x="3941899" y="546604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41" name="Text 539"/>
          <p:cNvSpPr/>
          <p:nvPr/>
        </p:nvSpPr>
        <p:spPr>
          <a:xfrm>
            <a:off x="3941899" y="547604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42" name="Text 540"/>
          <p:cNvSpPr/>
          <p:nvPr/>
        </p:nvSpPr>
        <p:spPr>
          <a:xfrm>
            <a:off x="3941899" y="548604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43" name="Text 541"/>
          <p:cNvSpPr/>
          <p:nvPr/>
        </p:nvSpPr>
        <p:spPr>
          <a:xfrm>
            <a:off x="3941899" y="549604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44" name="Text 542"/>
          <p:cNvSpPr/>
          <p:nvPr/>
        </p:nvSpPr>
        <p:spPr>
          <a:xfrm>
            <a:off x="3941899" y="550604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45" name="Text 543"/>
          <p:cNvSpPr/>
          <p:nvPr/>
        </p:nvSpPr>
        <p:spPr>
          <a:xfrm>
            <a:off x="3941899" y="551604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46" name="Text 544"/>
          <p:cNvSpPr/>
          <p:nvPr/>
        </p:nvSpPr>
        <p:spPr>
          <a:xfrm>
            <a:off x="3941899" y="552604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47" name="Text 545"/>
          <p:cNvSpPr/>
          <p:nvPr/>
        </p:nvSpPr>
        <p:spPr>
          <a:xfrm>
            <a:off x="3941899" y="553604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48" name="Text 546"/>
          <p:cNvSpPr/>
          <p:nvPr/>
        </p:nvSpPr>
        <p:spPr>
          <a:xfrm>
            <a:off x="3941899" y="554605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49" name="Text 547"/>
          <p:cNvSpPr/>
          <p:nvPr/>
        </p:nvSpPr>
        <p:spPr>
          <a:xfrm>
            <a:off x="3941899" y="555605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50" name="Text 548"/>
          <p:cNvSpPr/>
          <p:nvPr/>
        </p:nvSpPr>
        <p:spPr>
          <a:xfrm>
            <a:off x="3941899" y="556605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51" name="Text 549"/>
          <p:cNvSpPr/>
          <p:nvPr/>
        </p:nvSpPr>
        <p:spPr>
          <a:xfrm>
            <a:off x="3941899" y="557605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52" name="Text 550"/>
          <p:cNvSpPr/>
          <p:nvPr/>
        </p:nvSpPr>
        <p:spPr>
          <a:xfrm>
            <a:off x="3941899" y="558605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53" name="Text 551"/>
          <p:cNvSpPr/>
          <p:nvPr/>
        </p:nvSpPr>
        <p:spPr>
          <a:xfrm>
            <a:off x="3941899" y="559605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54" name="Text 552"/>
          <p:cNvSpPr/>
          <p:nvPr/>
        </p:nvSpPr>
        <p:spPr>
          <a:xfrm>
            <a:off x="3941899" y="560605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55" name="Text 553"/>
          <p:cNvSpPr/>
          <p:nvPr/>
        </p:nvSpPr>
        <p:spPr>
          <a:xfrm>
            <a:off x="3941899" y="561605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56" name="Text 554"/>
          <p:cNvSpPr/>
          <p:nvPr/>
        </p:nvSpPr>
        <p:spPr>
          <a:xfrm>
            <a:off x="3941899" y="562606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57" name="Text 555"/>
          <p:cNvSpPr/>
          <p:nvPr/>
        </p:nvSpPr>
        <p:spPr>
          <a:xfrm>
            <a:off x="3941899" y="563606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58" name="Text 556"/>
          <p:cNvSpPr/>
          <p:nvPr/>
        </p:nvSpPr>
        <p:spPr>
          <a:xfrm>
            <a:off x="3941899" y="564606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59" name="Text 557"/>
          <p:cNvSpPr/>
          <p:nvPr/>
        </p:nvSpPr>
        <p:spPr>
          <a:xfrm>
            <a:off x="3941899" y="565606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60" name="Text 558"/>
          <p:cNvSpPr/>
          <p:nvPr/>
        </p:nvSpPr>
        <p:spPr>
          <a:xfrm>
            <a:off x="3941899" y="566606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61" name="Text 559"/>
          <p:cNvSpPr/>
          <p:nvPr/>
        </p:nvSpPr>
        <p:spPr>
          <a:xfrm>
            <a:off x="3941899" y="567606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62" name="Text 560"/>
          <p:cNvSpPr/>
          <p:nvPr/>
        </p:nvSpPr>
        <p:spPr>
          <a:xfrm>
            <a:off x="3941899" y="568606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63" name="Text 561"/>
          <p:cNvSpPr/>
          <p:nvPr/>
        </p:nvSpPr>
        <p:spPr>
          <a:xfrm>
            <a:off x="3941899" y="569606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64" name="Text 562"/>
          <p:cNvSpPr/>
          <p:nvPr/>
        </p:nvSpPr>
        <p:spPr>
          <a:xfrm>
            <a:off x="3941899" y="570607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65" name="Text 563"/>
          <p:cNvSpPr/>
          <p:nvPr/>
        </p:nvSpPr>
        <p:spPr>
          <a:xfrm>
            <a:off x="3941899" y="571607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66" name="Text 564"/>
          <p:cNvSpPr/>
          <p:nvPr/>
        </p:nvSpPr>
        <p:spPr>
          <a:xfrm>
            <a:off x="3941899" y="572607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67" name="Text 565"/>
          <p:cNvSpPr/>
          <p:nvPr/>
        </p:nvSpPr>
        <p:spPr>
          <a:xfrm>
            <a:off x="3941899" y="573607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68" name="Text 566"/>
          <p:cNvSpPr/>
          <p:nvPr/>
        </p:nvSpPr>
        <p:spPr>
          <a:xfrm>
            <a:off x="3941899" y="574607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69" name="Text 567"/>
          <p:cNvSpPr/>
          <p:nvPr/>
        </p:nvSpPr>
        <p:spPr>
          <a:xfrm>
            <a:off x="3941899" y="575607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70" name="Text 568"/>
          <p:cNvSpPr/>
          <p:nvPr/>
        </p:nvSpPr>
        <p:spPr>
          <a:xfrm>
            <a:off x="3941899" y="576607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71" name="Text 569"/>
          <p:cNvSpPr/>
          <p:nvPr/>
        </p:nvSpPr>
        <p:spPr>
          <a:xfrm>
            <a:off x="3941899" y="577607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72" name="Text 570"/>
          <p:cNvSpPr/>
          <p:nvPr/>
        </p:nvSpPr>
        <p:spPr>
          <a:xfrm>
            <a:off x="3941899" y="578608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73" name="Text 571"/>
          <p:cNvSpPr/>
          <p:nvPr/>
        </p:nvSpPr>
        <p:spPr>
          <a:xfrm>
            <a:off x="3941899" y="579608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74" name="Text 572"/>
          <p:cNvSpPr/>
          <p:nvPr/>
        </p:nvSpPr>
        <p:spPr>
          <a:xfrm>
            <a:off x="3941899" y="580608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75" name="Text 573"/>
          <p:cNvSpPr/>
          <p:nvPr/>
        </p:nvSpPr>
        <p:spPr>
          <a:xfrm>
            <a:off x="3941899" y="581608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76" name="Text 574"/>
          <p:cNvSpPr/>
          <p:nvPr/>
        </p:nvSpPr>
        <p:spPr>
          <a:xfrm>
            <a:off x="3941899" y="582608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77" name="Text 575"/>
          <p:cNvSpPr/>
          <p:nvPr/>
        </p:nvSpPr>
        <p:spPr>
          <a:xfrm>
            <a:off x="3941899" y="583608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78" name="Text 576"/>
          <p:cNvSpPr/>
          <p:nvPr/>
        </p:nvSpPr>
        <p:spPr>
          <a:xfrm>
            <a:off x="3941899" y="584608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79" name="Text 577"/>
          <p:cNvSpPr/>
          <p:nvPr/>
        </p:nvSpPr>
        <p:spPr>
          <a:xfrm>
            <a:off x="3941899" y="585608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80" name="Text 578"/>
          <p:cNvSpPr/>
          <p:nvPr/>
        </p:nvSpPr>
        <p:spPr>
          <a:xfrm>
            <a:off x="3941899" y="586609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81" name="Text 579"/>
          <p:cNvSpPr/>
          <p:nvPr/>
        </p:nvSpPr>
        <p:spPr>
          <a:xfrm>
            <a:off x="3941899" y="587609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82" name="Text 580"/>
          <p:cNvSpPr/>
          <p:nvPr/>
        </p:nvSpPr>
        <p:spPr>
          <a:xfrm>
            <a:off x="3941899" y="588609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83" name="Text 581"/>
          <p:cNvSpPr/>
          <p:nvPr/>
        </p:nvSpPr>
        <p:spPr>
          <a:xfrm>
            <a:off x="3941899" y="589609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84" name="Text 582"/>
          <p:cNvSpPr/>
          <p:nvPr/>
        </p:nvSpPr>
        <p:spPr>
          <a:xfrm>
            <a:off x="3941899" y="590609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85" name="Text 583"/>
          <p:cNvSpPr/>
          <p:nvPr/>
        </p:nvSpPr>
        <p:spPr>
          <a:xfrm>
            <a:off x="3941899" y="591609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86" name="Text 584"/>
          <p:cNvSpPr/>
          <p:nvPr/>
        </p:nvSpPr>
        <p:spPr>
          <a:xfrm>
            <a:off x="3941899" y="592609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87" name="Text 585"/>
          <p:cNvSpPr/>
          <p:nvPr/>
        </p:nvSpPr>
        <p:spPr>
          <a:xfrm>
            <a:off x="3941899" y="593609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88" name="Text 586"/>
          <p:cNvSpPr/>
          <p:nvPr/>
        </p:nvSpPr>
        <p:spPr>
          <a:xfrm>
            <a:off x="3941899" y="594610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89" name="Text 587"/>
          <p:cNvSpPr/>
          <p:nvPr/>
        </p:nvSpPr>
        <p:spPr>
          <a:xfrm>
            <a:off x="3941899" y="595610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90" name="Text 588"/>
          <p:cNvSpPr/>
          <p:nvPr/>
        </p:nvSpPr>
        <p:spPr>
          <a:xfrm>
            <a:off x="3941899" y="596610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91" name="Text 589"/>
          <p:cNvSpPr/>
          <p:nvPr/>
        </p:nvSpPr>
        <p:spPr>
          <a:xfrm>
            <a:off x="3941899" y="597610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92" name="Text 590"/>
          <p:cNvSpPr/>
          <p:nvPr/>
        </p:nvSpPr>
        <p:spPr>
          <a:xfrm>
            <a:off x="3941899" y="598610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93" name="Text 591"/>
          <p:cNvSpPr/>
          <p:nvPr/>
        </p:nvSpPr>
        <p:spPr>
          <a:xfrm>
            <a:off x="3941899" y="599610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94" name="Text 592"/>
          <p:cNvSpPr/>
          <p:nvPr/>
        </p:nvSpPr>
        <p:spPr>
          <a:xfrm>
            <a:off x="3941899" y="600610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95" name="Text 593"/>
          <p:cNvSpPr/>
          <p:nvPr/>
        </p:nvSpPr>
        <p:spPr>
          <a:xfrm>
            <a:off x="3941899" y="601610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96" name="Text 594"/>
          <p:cNvSpPr/>
          <p:nvPr/>
        </p:nvSpPr>
        <p:spPr>
          <a:xfrm>
            <a:off x="3941899" y="602611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97" name="Text 595"/>
          <p:cNvSpPr/>
          <p:nvPr/>
        </p:nvSpPr>
        <p:spPr>
          <a:xfrm>
            <a:off x="3941899" y="603611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98" name="Text 596"/>
          <p:cNvSpPr/>
          <p:nvPr/>
        </p:nvSpPr>
        <p:spPr>
          <a:xfrm>
            <a:off x="3941899" y="604611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599" name="Text 597"/>
          <p:cNvSpPr/>
          <p:nvPr/>
        </p:nvSpPr>
        <p:spPr>
          <a:xfrm>
            <a:off x="3941899" y="605611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00" name="Text 598"/>
          <p:cNvSpPr/>
          <p:nvPr/>
        </p:nvSpPr>
        <p:spPr>
          <a:xfrm>
            <a:off x="3941899" y="606611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01" name="Text 599"/>
          <p:cNvSpPr/>
          <p:nvPr/>
        </p:nvSpPr>
        <p:spPr>
          <a:xfrm>
            <a:off x="3941899" y="607611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02" name="Text 600"/>
          <p:cNvSpPr/>
          <p:nvPr/>
        </p:nvSpPr>
        <p:spPr>
          <a:xfrm>
            <a:off x="3941899" y="608611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03" name="Text 601"/>
          <p:cNvSpPr/>
          <p:nvPr/>
        </p:nvSpPr>
        <p:spPr>
          <a:xfrm>
            <a:off x="3941899" y="609611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04" name="Text 602"/>
          <p:cNvSpPr/>
          <p:nvPr/>
        </p:nvSpPr>
        <p:spPr>
          <a:xfrm>
            <a:off x="3941899" y="610612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05" name="Text 603"/>
          <p:cNvSpPr/>
          <p:nvPr/>
        </p:nvSpPr>
        <p:spPr>
          <a:xfrm>
            <a:off x="3941899" y="611612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06" name="Text 604"/>
          <p:cNvSpPr/>
          <p:nvPr/>
        </p:nvSpPr>
        <p:spPr>
          <a:xfrm>
            <a:off x="3941899" y="612612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07" name="Text 605"/>
          <p:cNvSpPr/>
          <p:nvPr/>
        </p:nvSpPr>
        <p:spPr>
          <a:xfrm>
            <a:off x="3941899" y="613612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08" name="Text 606"/>
          <p:cNvSpPr/>
          <p:nvPr/>
        </p:nvSpPr>
        <p:spPr>
          <a:xfrm>
            <a:off x="3941899" y="614612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09" name="Text 607"/>
          <p:cNvSpPr/>
          <p:nvPr/>
        </p:nvSpPr>
        <p:spPr>
          <a:xfrm>
            <a:off x="3941899" y="615612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10" name="Text 608"/>
          <p:cNvSpPr/>
          <p:nvPr/>
        </p:nvSpPr>
        <p:spPr>
          <a:xfrm>
            <a:off x="3941899" y="616612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11" name="Text 609"/>
          <p:cNvSpPr/>
          <p:nvPr/>
        </p:nvSpPr>
        <p:spPr>
          <a:xfrm>
            <a:off x="3941899" y="617612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12" name="Text 610"/>
          <p:cNvSpPr/>
          <p:nvPr/>
        </p:nvSpPr>
        <p:spPr>
          <a:xfrm>
            <a:off x="3941899" y="618613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13" name="Text 611"/>
          <p:cNvSpPr/>
          <p:nvPr/>
        </p:nvSpPr>
        <p:spPr>
          <a:xfrm>
            <a:off x="3941899" y="619613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14" name="Text 612"/>
          <p:cNvSpPr/>
          <p:nvPr/>
        </p:nvSpPr>
        <p:spPr>
          <a:xfrm>
            <a:off x="3941899" y="620613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15" name="Text 613"/>
          <p:cNvSpPr/>
          <p:nvPr/>
        </p:nvSpPr>
        <p:spPr>
          <a:xfrm>
            <a:off x="3941899" y="621613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16" name="Text 614"/>
          <p:cNvSpPr/>
          <p:nvPr/>
        </p:nvSpPr>
        <p:spPr>
          <a:xfrm>
            <a:off x="3941899" y="622613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17" name="Text 615"/>
          <p:cNvSpPr/>
          <p:nvPr/>
        </p:nvSpPr>
        <p:spPr>
          <a:xfrm>
            <a:off x="3941899" y="623613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18" name="Text 616"/>
          <p:cNvSpPr/>
          <p:nvPr/>
        </p:nvSpPr>
        <p:spPr>
          <a:xfrm>
            <a:off x="3941899" y="624613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19" name="Text 617"/>
          <p:cNvSpPr/>
          <p:nvPr/>
        </p:nvSpPr>
        <p:spPr>
          <a:xfrm>
            <a:off x="3941899" y="625613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20" name="Text 618"/>
          <p:cNvSpPr/>
          <p:nvPr/>
        </p:nvSpPr>
        <p:spPr>
          <a:xfrm>
            <a:off x="3941899" y="626614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21" name="Text 619"/>
          <p:cNvSpPr/>
          <p:nvPr/>
        </p:nvSpPr>
        <p:spPr>
          <a:xfrm>
            <a:off x="3941899" y="627614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22" name="Text 620"/>
          <p:cNvSpPr/>
          <p:nvPr/>
        </p:nvSpPr>
        <p:spPr>
          <a:xfrm>
            <a:off x="3941899" y="628614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23" name="Text 621"/>
          <p:cNvSpPr/>
          <p:nvPr/>
        </p:nvSpPr>
        <p:spPr>
          <a:xfrm>
            <a:off x="3941899" y="629614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24" name="Text 622"/>
          <p:cNvSpPr/>
          <p:nvPr/>
        </p:nvSpPr>
        <p:spPr>
          <a:xfrm>
            <a:off x="3941899" y="630614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25" name="Text 623"/>
          <p:cNvSpPr/>
          <p:nvPr/>
        </p:nvSpPr>
        <p:spPr>
          <a:xfrm>
            <a:off x="3941899" y="631614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26" name="Text 624"/>
          <p:cNvSpPr/>
          <p:nvPr/>
        </p:nvSpPr>
        <p:spPr>
          <a:xfrm>
            <a:off x="3941899" y="632614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27" name="Text 625"/>
          <p:cNvSpPr/>
          <p:nvPr/>
        </p:nvSpPr>
        <p:spPr>
          <a:xfrm>
            <a:off x="3941899" y="633614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28" name="Text 626"/>
          <p:cNvSpPr/>
          <p:nvPr/>
        </p:nvSpPr>
        <p:spPr>
          <a:xfrm>
            <a:off x="3941899" y="634615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29" name="Text 627"/>
          <p:cNvSpPr/>
          <p:nvPr/>
        </p:nvSpPr>
        <p:spPr>
          <a:xfrm>
            <a:off x="3941899" y="635615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30" name="Text 628"/>
          <p:cNvSpPr/>
          <p:nvPr/>
        </p:nvSpPr>
        <p:spPr>
          <a:xfrm>
            <a:off x="3941899" y="636615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31" name="Text 629"/>
          <p:cNvSpPr/>
          <p:nvPr/>
        </p:nvSpPr>
        <p:spPr>
          <a:xfrm>
            <a:off x="3941899" y="637615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32" name="Text 630"/>
          <p:cNvSpPr/>
          <p:nvPr/>
        </p:nvSpPr>
        <p:spPr>
          <a:xfrm>
            <a:off x="3941899" y="638615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33" name="Text 631"/>
          <p:cNvSpPr/>
          <p:nvPr/>
        </p:nvSpPr>
        <p:spPr>
          <a:xfrm>
            <a:off x="3941899" y="639615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34" name="Text 632"/>
          <p:cNvSpPr/>
          <p:nvPr/>
        </p:nvSpPr>
        <p:spPr>
          <a:xfrm>
            <a:off x="3941899" y="640615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35" name="Text 633"/>
          <p:cNvSpPr/>
          <p:nvPr/>
        </p:nvSpPr>
        <p:spPr>
          <a:xfrm>
            <a:off x="3941899" y="641615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36" name="Text 634"/>
          <p:cNvSpPr/>
          <p:nvPr/>
        </p:nvSpPr>
        <p:spPr>
          <a:xfrm>
            <a:off x="3941899" y="642616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37" name="Text 635"/>
          <p:cNvSpPr/>
          <p:nvPr/>
        </p:nvSpPr>
        <p:spPr>
          <a:xfrm>
            <a:off x="3941899" y="643616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38" name="Text 636"/>
          <p:cNvSpPr/>
          <p:nvPr/>
        </p:nvSpPr>
        <p:spPr>
          <a:xfrm>
            <a:off x="3941899" y="644616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39" name="Text 637"/>
          <p:cNvSpPr/>
          <p:nvPr/>
        </p:nvSpPr>
        <p:spPr>
          <a:xfrm>
            <a:off x="3941899" y="645616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40" name="Text 638"/>
          <p:cNvSpPr/>
          <p:nvPr/>
        </p:nvSpPr>
        <p:spPr>
          <a:xfrm>
            <a:off x="3941899" y="646616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41" name="Text 639"/>
          <p:cNvSpPr/>
          <p:nvPr/>
        </p:nvSpPr>
        <p:spPr>
          <a:xfrm>
            <a:off x="3941899" y="647616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42" name="Text 640"/>
          <p:cNvSpPr/>
          <p:nvPr/>
        </p:nvSpPr>
        <p:spPr>
          <a:xfrm>
            <a:off x="3941899" y="648616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43" name="Text 641"/>
          <p:cNvSpPr/>
          <p:nvPr/>
        </p:nvSpPr>
        <p:spPr>
          <a:xfrm>
            <a:off x="3941899" y="649616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44" name="Text 642"/>
          <p:cNvSpPr/>
          <p:nvPr/>
        </p:nvSpPr>
        <p:spPr>
          <a:xfrm>
            <a:off x="3941899" y="650617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45" name="Text 643"/>
          <p:cNvSpPr/>
          <p:nvPr/>
        </p:nvSpPr>
        <p:spPr>
          <a:xfrm>
            <a:off x="3941899" y="651617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46" name="Text 644"/>
          <p:cNvSpPr/>
          <p:nvPr/>
        </p:nvSpPr>
        <p:spPr>
          <a:xfrm>
            <a:off x="3941899" y="652617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47" name="Text 645"/>
          <p:cNvSpPr/>
          <p:nvPr/>
        </p:nvSpPr>
        <p:spPr>
          <a:xfrm>
            <a:off x="3941899" y="653617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48" name="Text 646"/>
          <p:cNvSpPr/>
          <p:nvPr/>
        </p:nvSpPr>
        <p:spPr>
          <a:xfrm>
            <a:off x="3941899" y="654617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49" name="Text 647"/>
          <p:cNvSpPr/>
          <p:nvPr/>
        </p:nvSpPr>
        <p:spPr>
          <a:xfrm>
            <a:off x="3941899" y="655617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50" name="Text 648"/>
          <p:cNvSpPr/>
          <p:nvPr/>
        </p:nvSpPr>
        <p:spPr>
          <a:xfrm>
            <a:off x="3941899" y="656617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51" name="Text 649"/>
          <p:cNvSpPr/>
          <p:nvPr/>
        </p:nvSpPr>
        <p:spPr>
          <a:xfrm>
            <a:off x="3941899" y="657617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52" name="Text 650"/>
          <p:cNvSpPr/>
          <p:nvPr/>
        </p:nvSpPr>
        <p:spPr>
          <a:xfrm>
            <a:off x="3941899" y="658618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53" name="Text 651"/>
          <p:cNvSpPr/>
          <p:nvPr/>
        </p:nvSpPr>
        <p:spPr>
          <a:xfrm>
            <a:off x="3941899" y="659618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54" name="Text 652"/>
          <p:cNvSpPr/>
          <p:nvPr/>
        </p:nvSpPr>
        <p:spPr>
          <a:xfrm>
            <a:off x="3941899" y="660618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55" name="Text 653"/>
          <p:cNvSpPr/>
          <p:nvPr/>
        </p:nvSpPr>
        <p:spPr>
          <a:xfrm>
            <a:off x="3941899" y="661618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56" name="Text 654"/>
          <p:cNvSpPr/>
          <p:nvPr/>
        </p:nvSpPr>
        <p:spPr>
          <a:xfrm>
            <a:off x="3941899" y="662618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57" name="Text 655"/>
          <p:cNvSpPr/>
          <p:nvPr/>
        </p:nvSpPr>
        <p:spPr>
          <a:xfrm>
            <a:off x="3941899" y="663618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58" name="Text 656"/>
          <p:cNvSpPr/>
          <p:nvPr/>
        </p:nvSpPr>
        <p:spPr>
          <a:xfrm>
            <a:off x="3941899" y="664618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59" name="Text 657"/>
          <p:cNvSpPr/>
          <p:nvPr/>
        </p:nvSpPr>
        <p:spPr>
          <a:xfrm>
            <a:off x="3941899" y="665618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60" name="Text 658"/>
          <p:cNvSpPr/>
          <p:nvPr/>
        </p:nvSpPr>
        <p:spPr>
          <a:xfrm>
            <a:off x="3941899" y="666619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61" name="Text 659"/>
          <p:cNvSpPr/>
          <p:nvPr/>
        </p:nvSpPr>
        <p:spPr>
          <a:xfrm>
            <a:off x="3941899" y="667619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62" name="Text 660"/>
          <p:cNvSpPr/>
          <p:nvPr/>
        </p:nvSpPr>
        <p:spPr>
          <a:xfrm>
            <a:off x="3941899" y="668619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63" name="Text 661"/>
          <p:cNvSpPr/>
          <p:nvPr/>
        </p:nvSpPr>
        <p:spPr>
          <a:xfrm>
            <a:off x="3941899" y="669619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64" name="Text 662"/>
          <p:cNvSpPr/>
          <p:nvPr/>
        </p:nvSpPr>
        <p:spPr>
          <a:xfrm>
            <a:off x="3941899" y="670619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65" name="Text 663"/>
          <p:cNvSpPr/>
          <p:nvPr/>
        </p:nvSpPr>
        <p:spPr>
          <a:xfrm>
            <a:off x="3941899" y="671619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66" name="Text 664"/>
          <p:cNvSpPr/>
          <p:nvPr/>
        </p:nvSpPr>
        <p:spPr>
          <a:xfrm>
            <a:off x="3941899" y="672619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67" name="Text 665"/>
          <p:cNvSpPr/>
          <p:nvPr/>
        </p:nvSpPr>
        <p:spPr>
          <a:xfrm>
            <a:off x="3941899" y="673619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68" name="Text 666"/>
          <p:cNvSpPr/>
          <p:nvPr/>
        </p:nvSpPr>
        <p:spPr>
          <a:xfrm>
            <a:off x="3941899" y="674620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69" name="Text 667"/>
          <p:cNvSpPr/>
          <p:nvPr/>
        </p:nvSpPr>
        <p:spPr>
          <a:xfrm>
            <a:off x="3941899" y="675620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70" name="Text 668"/>
          <p:cNvSpPr/>
          <p:nvPr/>
        </p:nvSpPr>
        <p:spPr>
          <a:xfrm>
            <a:off x="3941899" y="676620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71" name="Text 669"/>
          <p:cNvSpPr/>
          <p:nvPr/>
        </p:nvSpPr>
        <p:spPr>
          <a:xfrm>
            <a:off x="3941899" y="677620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72" name="Text 670"/>
          <p:cNvSpPr/>
          <p:nvPr/>
        </p:nvSpPr>
        <p:spPr>
          <a:xfrm>
            <a:off x="3941899" y="678620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73" name="Text 671"/>
          <p:cNvSpPr/>
          <p:nvPr/>
        </p:nvSpPr>
        <p:spPr>
          <a:xfrm>
            <a:off x="3941899" y="679620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74" name="Text 672"/>
          <p:cNvSpPr/>
          <p:nvPr/>
        </p:nvSpPr>
        <p:spPr>
          <a:xfrm>
            <a:off x="3941899" y="680620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75" name="Text 673"/>
          <p:cNvSpPr/>
          <p:nvPr/>
        </p:nvSpPr>
        <p:spPr>
          <a:xfrm>
            <a:off x="3941899" y="681620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76" name="Text 674"/>
          <p:cNvSpPr/>
          <p:nvPr/>
        </p:nvSpPr>
        <p:spPr>
          <a:xfrm>
            <a:off x="3941899" y="682621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77" name="Text 675"/>
          <p:cNvSpPr/>
          <p:nvPr/>
        </p:nvSpPr>
        <p:spPr>
          <a:xfrm>
            <a:off x="3941899" y="683621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78" name="Text 676"/>
          <p:cNvSpPr/>
          <p:nvPr/>
        </p:nvSpPr>
        <p:spPr>
          <a:xfrm>
            <a:off x="3941899" y="684621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79" name="Text 677"/>
          <p:cNvSpPr/>
          <p:nvPr/>
        </p:nvSpPr>
        <p:spPr>
          <a:xfrm>
            <a:off x="3941899" y="685621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80" name="Text 678"/>
          <p:cNvSpPr/>
          <p:nvPr/>
        </p:nvSpPr>
        <p:spPr>
          <a:xfrm>
            <a:off x="3941899" y="686621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81" name="Text 679"/>
          <p:cNvSpPr/>
          <p:nvPr/>
        </p:nvSpPr>
        <p:spPr>
          <a:xfrm>
            <a:off x="3941899" y="687621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82" name="Text 680"/>
          <p:cNvSpPr/>
          <p:nvPr/>
        </p:nvSpPr>
        <p:spPr>
          <a:xfrm>
            <a:off x="3941899" y="688621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83" name="Text 681"/>
          <p:cNvSpPr/>
          <p:nvPr/>
        </p:nvSpPr>
        <p:spPr>
          <a:xfrm>
            <a:off x="3941899" y="689621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84" name="Text 682"/>
          <p:cNvSpPr/>
          <p:nvPr/>
        </p:nvSpPr>
        <p:spPr>
          <a:xfrm>
            <a:off x="3941899" y="690622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85" name="Text 683"/>
          <p:cNvSpPr/>
          <p:nvPr/>
        </p:nvSpPr>
        <p:spPr>
          <a:xfrm>
            <a:off x="3941899" y="691622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86" name="Text 684"/>
          <p:cNvSpPr/>
          <p:nvPr/>
        </p:nvSpPr>
        <p:spPr>
          <a:xfrm>
            <a:off x="3941899" y="692622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87" name="Text 685"/>
          <p:cNvSpPr/>
          <p:nvPr/>
        </p:nvSpPr>
        <p:spPr>
          <a:xfrm>
            <a:off x="3941899" y="693622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88" name="Text 686"/>
          <p:cNvSpPr/>
          <p:nvPr/>
        </p:nvSpPr>
        <p:spPr>
          <a:xfrm>
            <a:off x="3941899" y="694622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89" name="Text 687"/>
          <p:cNvSpPr/>
          <p:nvPr/>
        </p:nvSpPr>
        <p:spPr>
          <a:xfrm>
            <a:off x="3941899" y="695622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90" name="Text 688"/>
          <p:cNvSpPr/>
          <p:nvPr/>
        </p:nvSpPr>
        <p:spPr>
          <a:xfrm>
            <a:off x="3941899" y="696622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91" name="Text 689"/>
          <p:cNvSpPr/>
          <p:nvPr/>
        </p:nvSpPr>
        <p:spPr>
          <a:xfrm>
            <a:off x="3941899" y="697622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92" name="Text 690"/>
          <p:cNvSpPr/>
          <p:nvPr/>
        </p:nvSpPr>
        <p:spPr>
          <a:xfrm>
            <a:off x="3941899" y="698623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93" name="Text 691"/>
          <p:cNvSpPr/>
          <p:nvPr/>
        </p:nvSpPr>
        <p:spPr>
          <a:xfrm>
            <a:off x="3941899" y="699623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94" name="Text 692"/>
          <p:cNvSpPr/>
          <p:nvPr/>
        </p:nvSpPr>
        <p:spPr>
          <a:xfrm>
            <a:off x="3941899" y="700623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95" name="Text 693"/>
          <p:cNvSpPr/>
          <p:nvPr/>
        </p:nvSpPr>
        <p:spPr>
          <a:xfrm>
            <a:off x="3941899" y="701623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96" name="Text 694"/>
          <p:cNvSpPr/>
          <p:nvPr/>
        </p:nvSpPr>
        <p:spPr>
          <a:xfrm>
            <a:off x="3941899" y="702623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97" name="Text 695"/>
          <p:cNvSpPr/>
          <p:nvPr/>
        </p:nvSpPr>
        <p:spPr>
          <a:xfrm>
            <a:off x="3941899" y="703623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98" name="Text 696"/>
          <p:cNvSpPr/>
          <p:nvPr/>
        </p:nvSpPr>
        <p:spPr>
          <a:xfrm>
            <a:off x="3941899" y="704623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699" name="Text 697"/>
          <p:cNvSpPr/>
          <p:nvPr/>
        </p:nvSpPr>
        <p:spPr>
          <a:xfrm>
            <a:off x="3941899" y="705623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00" name="Text 698"/>
          <p:cNvSpPr/>
          <p:nvPr/>
        </p:nvSpPr>
        <p:spPr>
          <a:xfrm>
            <a:off x="3941899" y="706624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01" name="Text 699"/>
          <p:cNvSpPr/>
          <p:nvPr/>
        </p:nvSpPr>
        <p:spPr>
          <a:xfrm>
            <a:off x="3941899" y="707624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02" name="Text 700"/>
          <p:cNvSpPr/>
          <p:nvPr/>
        </p:nvSpPr>
        <p:spPr>
          <a:xfrm>
            <a:off x="3941899" y="708624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03" name="Text 701"/>
          <p:cNvSpPr/>
          <p:nvPr/>
        </p:nvSpPr>
        <p:spPr>
          <a:xfrm>
            <a:off x="3941899" y="709624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04" name="Text 702"/>
          <p:cNvSpPr/>
          <p:nvPr/>
        </p:nvSpPr>
        <p:spPr>
          <a:xfrm>
            <a:off x="3941899" y="710624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05" name="Text 703"/>
          <p:cNvSpPr/>
          <p:nvPr/>
        </p:nvSpPr>
        <p:spPr>
          <a:xfrm>
            <a:off x="3941899" y="711624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06" name="Text 704"/>
          <p:cNvSpPr/>
          <p:nvPr/>
        </p:nvSpPr>
        <p:spPr>
          <a:xfrm>
            <a:off x="3941899" y="712624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07" name="Text 705"/>
          <p:cNvSpPr/>
          <p:nvPr/>
        </p:nvSpPr>
        <p:spPr>
          <a:xfrm>
            <a:off x="3941899" y="713624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08" name="Text 706"/>
          <p:cNvSpPr/>
          <p:nvPr/>
        </p:nvSpPr>
        <p:spPr>
          <a:xfrm>
            <a:off x="3941899" y="714625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09" name="Text 707"/>
          <p:cNvSpPr/>
          <p:nvPr/>
        </p:nvSpPr>
        <p:spPr>
          <a:xfrm>
            <a:off x="3941899" y="715625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10" name="Text 708"/>
          <p:cNvSpPr/>
          <p:nvPr/>
        </p:nvSpPr>
        <p:spPr>
          <a:xfrm>
            <a:off x="3941899" y="716625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11" name="Text 709"/>
          <p:cNvSpPr/>
          <p:nvPr/>
        </p:nvSpPr>
        <p:spPr>
          <a:xfrm>
            <a:off x="3941899" y="717625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12" name="Text 710"/>
          <p:cNvSpPr/>
          <p:nvPr/>
        </p:nvSpPr>
        <p:spPr>
          <a:xfrm>
            <a:off x="3941899" y="718625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13" name="Text 711"/>
          <p:cNvSpPr/>
          <p:nvPr/>
        </p:nvSpPr>
        <p:spPr>
          <a:xfrm>
            <a:off x="3941899" y="719625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14" name="Text 712"/>
          <p:cNvSpPr/>
          <p:nvPr/>
        </p:nvSpPr>
        <p:spPr>
          <a:xfrm>
            <a:off x="3941899" y="720625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15" name="Text 713"/>
          <p:cNvSpPr/>
          <p:nvPr/>
        </p:nvSpPr>
        <p:spPr>
          <a:xfrm>
            <a:off x="3941899" y="721625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16" name="Text 714"/>
          <p:cNvSpPr/>
          <p:nvPr/>
        </p:nvSpPr>
        <p:spPr>
          <a:xfrm>
            <a:off x="3941899" y="722626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17" name="Text 715"/>
          <p:cNvSpPr/>
          <p:nvPr/>
        </p:nvSpPr>
        <p:spPr>
          <a:xfrm>
            <a:off x="3941899" y="723626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18" name="Text 716"/>
          <p:cNvSpPr/>
          <p:nvPr/>
        </p:nvSpPr>
        <p:spPr>
          <a:xfrm>
            <a:off x="3941899" y="724626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19" name="Text 717"/>
          <p:cNvSpPr/>
          <p:nvPr/>
        </p:nvSpPr>
        <p:spPr>
          <a:xfrm>
            <a:off x="3941899" y="725626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20" name="Text 718"/>
          <p:cNvSpPr/>
          <p:nvPr/>
        </p:nvSpPr>
        <p:spPr>
          <a:xfrm>
            <a:off x="3941899" y="726626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21" name="Text 719"/>
          <p:cNvSpPr/>
          <p:nvPr/>
        </p:nvSpPr>
        <p:spPr>
          <a:xfrm>
            <a:off x="3941899" y="727626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22" name="Text 720"/>
          <p:cNvSpPr/>
          <p:nvPr/>
        </p:nvSpPr>
        <p:spPr>
          <a:xfrm>
            <a:off x="3941899" y="728626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23" name="Text 721"/>
          <p:cNvSpPr/>
          <p:nvPr/>
        </p:nvSpPr>
        <p:spPr>
          <a:xfrm>
            <a:off x="3941899" y="729626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24" name="Text 722"/>
          <p:cNvSpPr/>
          <p:nvPr/>
        </p:nvSpPr>
        <p:spPr>
          <a:xfrm>
            <a:off x="3941899" y="730627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25" name="Text 723"/>
          <p:cNvSpPr/>
          <p:nvPr/>
        </p:nvSpPr>
        <p:spPr>
          <a:xfrm>
            <a:off x="3941899" y="731627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26" name="Text 724"/>
          <p:cNvSpPr/>
          <p:nvPr/>
        </p:nvSpPr>
        <p:spPr>
          <a:xfrm>
            <a:off x="3941899" y="732627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27" name="Text 725"/>
          <p:cNvSpPr/>
          <p:nvPr/>
        </p:nvSpPr>
        <p:spPr>
          <a:xfrm>
            <a:off x="3941899" y="733627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28" name="Text 726"/>
          <p:cNvSpPr/>
          <p:nvPr/>
        </p:nvSpPr>
        <p:spPr>
          <a:xfrm>
            <a:off x="3941899" y="734627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29" name="Text 727"/>
          <p:cNvSpPr/>
          <p:nvPr/>
        </p:nvSpPr>
        <p:spPr>
          <a:xfrm>
            <a:off x="3941899" y="735627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30" name="Text 728"/>
          <p:cNvSpPr/>
          <p:nvPr/>
        </p:nvSpPr>
        <p:spPr>
          <a:xfrm>
            <a:off x="3941899" y="736627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31" name="Text 729"/>
          <p:cNvSpPr/>
          <p:nvPr/>
        </p:nvSpPr>
        <p:spPr>
          <a:xfrm>
            <a:off x="3941899" y="737627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32" name="Text 730"/>
          <p:cNvSpPr/>
          <p:nvPr/>
        </p:nvSpPr>
        <p:spPr>
          <a:xfrm>
            <a:off x="3941899" y="738628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33" name="Text 731"/>
          <p:cNvSpPr/>
          <p:nvPr/>
        </p:nvSpPr>
        <p:spPr>
          <a:xfrm>
            <a:off x="3941899" y="739628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34" name="Text 732"/>
          <p:cNvSpPr/>
          <p:nvPr/>
        </p:nvSpPr>
        <p:spPr>
          <a:xfrm>
            <a:off x="3941899" y="740628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35" name="Text 733"/>
          <p:cNvSpPr/>
          <p:nvPr/>
        </p:nvSpPr>
        <p:spPr>
          <a:xfrm>
            <a:off x="3941899" y="741628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36" name="Text 734"/>
          <p:cNvSpPr/>
          <p:nvPr/>
        </p:nvSpPr>
        <p:spPr>
          <a:xfrm>
            <a:off x="3941899" y="742628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37" name="Text 735"/>
          <p:cNvSpPr/>
          <p:nvPr/>
        </p:nvSpPr>
        <p:spPr>
          <a:xfrm>
            <a:off x="3941899" y="743628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38" name="Text 736"/>
          <p:cNvSpPr/>
          <p:nvPr/>
        </p:nvSpPr>
        <p:spPr>
          <a:xfrm>
            <a:off x="3941899" y="744628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39" name="Text 737"/>
          <p:cNvSpPr/>
          <p:nvPr/>
        </p:nvSpPr>
        <p:spPr>
          <a:xfrm>
            <a:off x="3941899" y="745628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40" name="Text 738"/>
          <p:cNvSpPr/>
          <p:nvPr/>
        </p:nvSpPr>
        <p:spPr>
          <a:xfrm>
            <a:off x="3941899" y="746629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41" name="Text 739"/>
          <p:cNvSpPr/>
          <p:nvPr/>
        </p:nvSpPr>
        <p:spPr>
          <a:xfrm>
            <a:off x="3941899" y="747629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42" name="Text 740"/>
          <p:cNvSpPr/>
          <p:nvPr/>
        </p:nvSpPr>
        <p:spPr>
          <a:xfrm>
            <a:off x="3941899" y="748629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43" name="Text 741"/>
          <p:cNvSpPr/>
          <p:nvPr/>
        </p:nvSpPr>
        <p:spPr>
          <a:xfrm>
            <a:off x="3941899" y="749629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44" name="Text 742"/>
          <p:cNvSpPr/>
          <p:nvPr/>
        </p:nvSpPr>
        <p:spPr>
          <a:xfrm>
            <a:off x="3941899" y="750629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45" name="Text 743"/>
          <p:cNvSpPr/>
          <p:nvPr/>
        </p:nvSpPr>
        <p:spPr>
          <a:xfrm>
            <a:off x="3941899" y="751629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46" name="Text 744"/>
          <p:cNvSpPr/>
          <p:nvPr/>
        </p:nvSpPr>
        <p:spPr>
          <a:xfrm>
            <a:off x="3941899" y="752629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47" name="Text 745"/>
          <p:cNvSpPr/>
          <p:nvPr/>
        </p:nvSpPr>
        <p:spPr>
          <a:xfrm>
            <a:off x="3941899" y="753629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48" name="Text 746"/>
          <p:cNvSpPr/>
          <p:nvPr/>
        </p:nvSpPr>
        <p:spPr>
          <a:xfrm>
            <a:off x="3941899" y="754630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49" name="Text 747"/>
          <p:cNvSpPr/>
          <p:nvPr/>
        </p:nvSpPr>
        <p:spPr>
          <a:xfrm>
            <a:off x="3941899" y="755630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50" name="Text 748"/>
          <p:cNvSpPr/>
          <p:nvPr/>
        </p:nvSpPr>
        <p:spPr>
          <a:xfrm>
            <a:off x="3941899" y="756630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51" name="Text 749"/>
          <p:cNvSpPr/>
          <p:nvPr/>
        </p:nvSpPr>
        <p:spPr>
          <a:xfrm>
            <a:off x="3941899" y="757630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52" name="Text 750"/>
          <p:cNvSpPr/>
          <p:nvPr/>
        </p:nvSpPr>
        <p:spPr>
          <a:xfrm>
            <a:off x="3941899" y="758630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53" name="Text 751"/>
          <p:cNvSpPr/>
          <p:nvPr/>
        </p:nvSpPr>
        <p:spPr>
          <a:xfrm>
            <a:off x="3941899" y="759630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54" name="Text 752"/>
          <p:cNvSpPr/>
          <p:nvPr/>
        </p:nvSpPr>
        <p:spPr>
          <a:xfrm>
            <a:off x="3941899" y="760630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55" name="Text 753"/>
          <p:cNvSpPr/>
          <p:nvPr/>
        </p:nvSpPr>
        <p:spPr>
          <a:xfrm>
            <a:off x="3941899" y="761630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56" name="Text 754"/>
          <p:cNvSpPr/>
          <p:nvPr/>
        </p:nvSpPr>
        <p:spPr>
          <a:xfrm>
            <a:off x="3941899" y="762631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57" name="Text 755"/>
          <p:cNvSpPr/>
          <p:nvPr/>
        </p:nvSpPr>
        <p:spPr>
          <a:xfrm>
            <a:off x="3941899" y="763631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58" name="Text 756"/>
          <p:cNvSpPr/>
          <p:nvPr/>
        </p:nvSpPr>
        <p:spPr>
          <a:xfrm>
            <a:off x="3941899" y="764631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59" name="Text 757"/>
          <p:cNvSpPr/>
          <p:nvPr/>
        </p:nvSpPr>
        <p:spPr>
          <a:xfrm>
            <a:off x="3941899" y="765631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60" name="Text 758"/>
          <p:cNvSpPr/>
          <p:nvPr/>
        </p:nvSpPr>
        <p:spPr>
          <a:xfrm>
            <a:off x="3941899" y="766631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61" name="Text 759"/>
          <p:cNvSpPr/>
          <p:nvPr/>
        </p:nvSpPr>
        <p:spPr>
          <a:xfrm>
            <a:off x="3941899" y="767631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62" name="Text 760"/>
          <p:cNvSpPr/>
          <p:nvPr/>
        </p:nvSpPr>
        <p:spPr>
          <a:xfrm>
            <a:off x="3941899" y="768631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63" name="Text 761"/>
          <p:cNvSpPr/>
          <p:nvPr/>
        </p:nvSpPr>
        <p:spPr>
          <a:xfrm>
            <a:off x="3941899" y="769631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64" name="Text 762"/>
          <p:cNvSpPr/>
          <p:nvPr/>
        </p:nvSpPr>
        <p:spPr>
          <a:xfrm>
            <a:off x="3941899" y="770632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65" name="Text 763"/>
          <p:cNvSpPr/>
          <p:nvPr/>
        </p:nvSpPr>
        <p:spPr>
          <a:xfrm>
            <a:off x="3941899" y="771632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66" name="Text 764"/>
          <p:cNvSpPr/>
          <p:nvPr/>
        </p:nvSpPr>
        <p:spPr>
          <a:xfrm>
            <a:off x="3941899" y="772632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67" name="Text 765"/>
          <p:cNvSpPr/>
          <p:nvPr/>
        </p:nvSpPr>
        <p:spPr>
          <a:xfrm>
            <a:off x="3941899" y="773632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68" name="Text 766"/>
          <p:cNvSpPr/>
          <p:nvPr/>
        </p:nvSpPr>
        <p:spPr>
          <a:xfrm>
            <a:off x="3941899" y="774632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69" name="Text 767"/>
          <p:cNvSpPr/>
          <p:nvPr/>
        </p:nvSpPr>
        <p:spPr>
          <a:xfrm>
            <a:off x="3941899" y="775632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70" name="Text 768"/>
          <p:cNvSpPr/>
          <p:nvPr/>
        </p:nvSpPr>
        <p:spPr>
          <a:xfrm>
            <a:off x="3941899" y="776632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71" name="Text 769"/>
          <p:cNvSpPr/>
          <p:nvPr/>
        </p:nvSpPr>
        <p:spPr>
          <a:xfrm>
            <a:off x="3941899" y="777632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72" name="Text 770"/>
          <p:cNvSpPr/>
          <p:nvPr/>
        </p:nvSpPr>
        <p:spPr>
          <a:xfrm>
            <a:off x="3941899" y="778633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73" name="Text 771"/>
          <p:cNvSpPr/>
          <p:nvPr/>
        </p:nvSpPr>
        <p:spPr>
          <a:xfrm>
            <a:off x="3941899" y="779633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74" name="Text 772"/>
          <p:cNvSpPr/>
          <p:nvPr/>
        </p:nvSpPr>
        <p:spPr>
          <a:xfrm>
            <a:off x="3941899" y="780633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75" name="Text 773"/>
          <p:cNvSpPr/>
          <p:nvPr/>
        </p:nvSpPr>
        <p:spPr>
          <a:xfrm>
            <a:off x="3941899" y="781633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76" name="Text 774"/>
          <p:cNvSpPr/>
          <p:nvPr/>
        </p:nvSpPr>
        <p:spPr>
          <a:xfrm>
            <a:off x="3941899" y="782633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77" name="Text 775"/>
          <p:cNvSpPr/>
          <p:nvPr/>
        </p:nvSpPr>
        <p:spPr>
          <a:xfrm>
            <a:off x="3941899" y="783633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78" name="Text 776"/>
          <p:cNvSpPr/>
          <p:nvPr/>
        </p:nvSpPr>
        <p:spPr>
          <a:xfrm>
            <a:off x="3941899" y="784633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79" name="Text 777"/>
          <p:cNvSpPr/>
          <p:nvPr/>
        </p:nvSpPr>
        <p:spPr>
          <a:xfrm>
            <a:off x="3941899" y="785633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80" name="Text 778"/>
          <p:cNvSpPr/>
          <p:nvPr/>
        </p:nvSpPr>
        <p:spPr>
          <a:xfrm>
            <a:off x="3941899" y="786634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81" name="Text 779"/>
          <p:cNvSpPr/>
          <p:nvPr/>
        </p:nvSpPr>
        <p:spPr>
          <a:xfrm>
            <a:off x="3941899" y="787634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82" name="Text 780"/>
          <p:cNvSpPr/>
          <p:nvPr/>
        </p:nvSpPr>
        <p:spPr>
          <a:xfrm>
            <a:off x="3941899" y="788634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83" name="Text 781"/>
          <p:cNvSpPr/>
          <p:nvPr/>
        </p:nvSpPr>
        <p:spPr>
          <a:xfrm>
            <a:off x="3941899" y="789634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84" name="Text 782"/>
          <p:cNvSpPr/>
          <p:nvPr/>
        </p:nvSpPr>
        <p:spPr>
          <a:xfrm>
            <a:off x="3941899" y="790634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85" name="Text 783"/>
          <p:cNvSpPr/>
          <p:nvPr/>
        </p:nvSpPr>
        <p:spPr>
          <a:xfrm>
            <a:off x="3941899" y="791634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86" name="Text 784"/>
          <p:cNvSpPr/>
          <p:nvPr/>
        </p:nvSpPr>
        <p:spPr>
          <a:xfrm>
            <a:off x="3941899" y="792634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87" name="Text 785"/>
          <p:cNvSpPr/>
          <p:nvPr/>
        </p:nvSpPr>
        <p:spPr>
          <a:xfrm>
            <a:off x="3941899" y="793634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88" name="Text 786"/>
          <p:cNvSpPr/>
          <p:nvPr/>
        </p:nvSpPr>
        <p:spPr>
          <a:xfrm>
            <a:off x="3941899" y="794635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89" name="Text 787"/>
          <p:cNvSpPr/>
          <p:nvPr/>
        </p:nvSpPr>
        <p:spPr>
          <a:xfrm>
            <a:off x="3941899" y="795635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90" name="Text 788"/>
          <p:cNvSpPr/>
          <p:nvPr/>
        </p:nvSpPr>
        <p:spPr>
          <a:xfrm>
            <a:off x="3941899" y="796635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91" name="Text 789"/>
          <p:cNvSpPr/>
          <p:nvPr/>
        </p:nvSpPr>
        <p:spPr>
          <a:xfrm>
            <a:off x="3941899" y="797635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92" name="Text 790"/>
          <p:cNvSpPr/>
          <p:nvPr/>
        </p:nvSpPr>
        <p:spPr>
          <a:xfrm>
            <a:off x="3941899" y="798635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93" name="Text 791"/>
          <p:cNvSpPr/>
          <p:nvPr/>
        </p:nvSpPr>
        <p:spPr>
          <a:xfrm>
            <a:off x="3941899" y="799635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94" name="Text 792"/>
          <p:cNvSpPr/>
          <p:nvPr/>
        </p:nvSpPr>
        <p:spPr>
          <a:xfrm>
            <a:off x="3941899" y="800635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95" name="Text 793"/>
          <p:cNvSpPr/>
          <p:nvPr/>
        </p:nvSpPr>
        <p:spPr>
          <a:xfrm>
            <a:off x="3941899" y="801635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96" name="Text 794"/>
          <p:cNvSpPr/>
          <p:nvPr/>
        </p:nvSpPr>
        <p:spPr>
          <a:xfrm>
            <a:off x="3941899" y="802636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97" name="Text 795"/>
          <p:cNvSpPr/>
          <p:nvPr/>
        </p:nvSpPr>
        <p:spPr>
          <a:xfrm>
            <a:off x="3941899" y="803636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98" name="Text 796"/>
          <p:cNvSpPr/>
          <p:nvPr/>
        </p:nvSpPr>
        <p:spPr>
          <a:xfrm>
            <a:off x="3941899" y="804636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799" name="Text 797"/>
          <p:cNvSpPr/>
          <p:nvPr/>
        </p:nvSpPr>
        <p:spPr>
          <a:xfrm>
            <a:off x="3941899" y="805636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00" name="Text 798"/>
          <p:cNvSpPr/>
          <p:nvPr/>
        </p:nvSpPr>
        <p:spPr>
          <a:xfrm>
            <a:off x="3941899" y="806636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01" name="Text 799"/>
          <p:cNvSpPr/>
          <p:nvPr/>
        </p:nvSpPr>
        <p:spPr>
          <a:xfrm>
            <a:off x="3941899" y="807636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02" name="Text 800"/>
          <p:cNvSpPr/>
          <p:nvPr/>
        </p:nvSpPr>
        <p:spPr>
          <a:xfrm>
            <a:off x="3941899" y="808636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03" name="Text 801"/>
          <p:cNvSpPr/>
          <p:nvPr/>
        </p:nvSpPr>
        <p:spPr>
          <a:xfrm>
            <a:off x="3941899" y="809636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04" name="Text 802"/>
          <p:cNvSpPr/>
          <p:nvPr/>
        </p:nvSpPr>
        <p:spPr>
          <a:xfrm>
            <a:off x="3941899" y="810637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05" name="Text 803"/>
          <p:cNvSpPr/>
          <p:nvPr/>
        </p:nvSpPr>
        <p:spPr>
          <a:xfrm>
            <a:off x="3941899" y="811637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06" name="Text 804"/>
          <p:cNvSpPr/>
          <p:nvPr/>
        </p:nvSpPr>
        <p:spPr>
          <a:xfrm>
            <a:off x="3941899" y="812637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07" name="Text 805"/>
          <p:cNvSpPr/>
          <p:nvPr/>
        </p:nvSpPr>
        <p:spPr>
          <a:xfrm>
            <a:off x="3941899" y="813637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08" name="Text 806"/>
          <p:cNvSpPr/>
          <p:nvPr/>
        </p:nvSpPr>
        <p:spPr>
          <a:xfrm>
            <a:off x="3941899" y="814637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09" name="Text 807"/>
          <p:cNvSpPr/>
          <p:nvPr/>
        </p:nvSpPr>
        <p:spPr>
          <a:xfrm>
            <a:off x="3941899" y="815637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10" name="Text 808"/>
          <p:cNvSpPr/>
          <p:nvPr/>
        </p:nvSpPr>
        <p:spPr>
          <a:xfrm>
            <a:off x="3941899" y="816637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11" name="Text 809"/>
          <p:cNvSpPr/>
          <p:nvPr/>
        </p:nvSpPr>
        <p:spPr>
          <a:xfrm>
            <a:off x="3941899" y="817637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12" name="Text 810"/>
          <p:cNvSpPr/>
          <p:nvPr/>
        </p:nvSpPr>
        <p:spPr>
          <a:xfrm>
            <a:off x="3941899" y="818638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13" name="Text 811"/>
          <p:cNvSpPr/>
          <p:nvPr/>
        </p:nvSpPr>
        <p:spPr>
          <a:xfrm>
            <a:off x="3941899" y="819638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14" name="Text 812"/>
          <p:cNvSpPr/>
          <p:nvPr/>
        </p:nvSpPr>
        <p:spPr>
          <a:xfrm>
            <a:off x="3941899" y="820638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15" name="Text 813"/>
          <p:cNvSpPr/>
          <p:nvPr/>
        </p:nvSpPr>
        <p:spPr>
          <a:xfrm>
            <a:off x="3941899" y="821638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16" name="Text 814"/>
          <p:cNvSpPr/>
          <p:nvPr/>
        </p:nvSpPr>
        <p:spPr>
          <a:xfrm>
            <a:off x="3941899" y="822638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17" name="Text 815"/>
          <p:cNvSpPr/>
          <p:nvPr/>
        </p:nvSpPr>
        <p:spPr>
          <a:xfrm>
            <a:off x="3941899" y="823638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18" name="Text 816"/>
          <p:cNvSpPr/>
          <p:nvPr/>
        </p:nvSpPr>
        <p:spPr>
          <a:xfrm>
            <a:off x="3941899" y="824638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19" name="Text 817"/>
          <p:cNvSpPr/>
          <p:nvPr/>
        </p:nvSpPr>
        <p:spPr>
          <a:xfrm>
            <a:off x="3941899" y="825638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20" name="Text 818"/>
          <p:cNvSpPr/>
          <p:nvPr/>
        </p:nvSpPr>
        <p:spPr>
          <a:xfrm>
            <a:off x="3941899" y="826639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21" name="Text 819"/>
          <p:cNvSpPr/>
          <p:nvPr/>
        </p:nvSpPr>
        <p:spPr>
          <a:xfrm>
            <a:off x="3941899" y="827639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22" name="Text 820"/>
          <p:cNvSpPr/>
          <p:nvPr/>
        </p:nvSpPr>
        <p:spPr>
          <a:xfrm>
            <a:off x="3941899" y="828639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23" name="Text 821"/>
          <p:cNvSpPr/>
          <p:nvPr/>
        </p:nvSpPr>
        <p:spPr>
          <a:xfrm>
            <a:off x="3941899" y="829639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24" name="Text 822"/>
          <p:cNvSpPr/>
          <p:nvPr/>
        </p:nvSpPr>
        <p:spPr>
          <a:xfrm>
            <a:off x="3941899" y="830639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25" name="Text 823"/>
          <p:cNvSpPr/>
          <p:nvPr/>
        </p:nvSpPr>
        <p:spPr>
          <a:xfrm>
            <a:off x="3941899" y="831639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26" name="Text 824"/>
          <p:cNvSpPr/>
          <p:nvPr/>
        </p:nvSpPr>
        <p:spPr>
          <a:xfrm>
            <a:off x="3941899" y="832639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27" name="Text 825"/>
          <p:cNvSpPr/>
          <p:nvPr/>
        </p:nvSpPr>
        <p:spPr>
          <a:xfrm>
            <a:off x="3941899" y="833639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28" name="Text 826"/>
          <p:cNvSpPr/>
          <p:nvPr/>
        </p:nvSpPr>
        <p:spPr>
          <a:xfrm>
            <a:off x="3941899" y="834640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29" name="Text 827"/>
          <p:cNvSpPr/>
          <p:nvPr/>
        </p:nvSpPr>
        <p:spPr>
          <a:xfrm>
            <a:off x="3941899" y="835640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30" name="Text 828"/>
          <p:cNvSpPr/>
          <p:nvPr/>
        </p:nvSpPr>
        <p:spPr>
          <a:xfrm>
            <a:off x="3941899" y="836640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31" name="Text 829"/>
          <p:cNvSpPr/>
          <p:nvPr/>
        </p:nvSpPr>
        <p:spPr>
          <a:xfrm>
            <a:off x="3941899" y="837640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32" name="Text 830"/>
          <p:cNvSpPr/>
          <p:nvPr/>
        </p:nvSpPr>
        <p:spPr>
          <a:xfrm>
            <a:off x="3941899" y="838640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33" name="Text 831"/>
          <p:cNvSpPr/>
          <p:nvPr/>
        </p:nvSpPr>
        <p:spPr>
          <a:xfrm>
            <a:off x="3941899" y="839640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34" name="Text 832"/>
          <p:cNvSpPr/>
          <p:nvPr/>
        </p:nvSpPr>
        <p:spPr>
          <a:xfrm>
            <a:off x="3941899" y="840640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35" name="Text 833"/>
          <p:cNvSpPr/>
          <p:nvPr/>
        </p:nvSpPr>
        <p:spPr>
          <a:xfrm>
            <a:off x="3941899" y="841640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36" name="Text 834"/>
          <p:cNvSpPr/>
          <p:nvPr/>
        </p:nvSpPr>
        <p:spPr>
          <a:xfrm>
            <a:off x="3941899" y="842641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37" name="Text 835"/>
          <p:cNvSpPr/>
          <p:nvPr/>
        </p:nvSpPr>
        <p:spPr>
          <a:xfrm>
            <a:off x="3941899" y="843641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38" name="Text 836"/>
          <p:cNvSpPr/>
          <p:nvPr/>
        </p:nvSpPr>
        <p:spPr>
          <a:xfrm>
            <a:off x="3941899" y="844641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39" name="Text 837"/>
          <p:cNvSpPr/>
          <p:nvPr/>
        </p:nvSpPr>
        <p:spPr>
          <a:xfrm>
            <a:off x="3941899" y="845641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40" name="Text 838"/>
          <p:cNvSpPr/>
          <p:nvPr/>
        </p:nvSpPr>
        <p:spPr>
          <a:xfrm>
            <a:off x="3941899" y="846641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41" name="Text 839"/>
          <p:cNvSpPr/>
          <p:nvPr/>
        </p:nvSpPr>
        <p:spPr>
          <a:xfrm>
            <a:off x="3941899" y="847641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42" name="Text 840"/>
          <p:cNvSpPr/>
          <p:nvPr/>
        </p:nvSpPr>
        <p:spPr>
          <a:xfrm>
            <a:off x="3941899" y="848641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43" name="Text 841"/>
          <p:cNvSpPr/>
          <p:nvPr/>
        </p:nvSpPr>
        <p:spPr>
          <a:xfrm>
            <a:off x="3941899" y="849641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44" name="Text 842"/>
          <p:cNvSpPr/>
          <p:nvPr/>
        </p:nvSpPr>
        <p:spPr>
          <a:xfrm>
            <a:off x="3941899" y="850642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45" name="Text 843"/>
          <p:cNvSpPr/>
          <p:nvPr/>
        </p:nvSpPr>
        <p:spPr>
          <a:xfrm>
            <a:off x="3941899" y="851642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46" name="Text 844"/>
          <p:cNvSpPr/>
          <p:nvPr/>
        </p:nvSpPr>
        <p:spPr>
          <a:xfrm>
            <a:off x="3941899" y="852642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47" name="Text 845"/>
          <p:cNvSpPr/>
          <p:nvPr/>
        </p:nvSpPr>
        <p:spPr>
          <a:xfrm>
            <a:off x="3941899" y="853642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48" name="Text 846"/>
          <p:cNvSpPr/>
          <p:nvPr/>
        </p:nvSpPr>
        <p:spPr>
          <a:xfrm>
            <a:off x="3941899" y="854642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49" name="Text 847"/>
          <p:cNvSpPr/>
          <p:nvPr/>
        </p:nvSpPr>
        <p:spPr>
          <a:xfrm>
            <a:off x="3941899" y="855642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50" name="Text 848"/>
          <p:cNvSpPr/>
          <p:nvPr/>
        </p:nvSpPr>
        <p:spPr>
          <a:xfrm>
            <a:off x="3941899" y="856642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51" name="Text 849"/>
          <p:cNvSpPr/>
          <p:nvPr/>
        </p:nvSpPr>
        <p:spPr>
          <a:xfrm>
            <a:off x="3941899" y="857642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52" name="Text 850"/>
          <p:cNvSpPr/>
          <p:nvPr/>
        </p:nvSpPr>
        <p:spPr>
          <a:xfrm>
            <a:off x="3941899" y="858643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53" name="Text 851"/>
          <p:cNvSpPr/>
          <p:nvPr/>
        </p:nvSpPr>
        <p:spPr>
          <a:xfrm>
            <a:off x="3941899" y="859643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54" name="Text 852"/>
          <p:cNvSpPr/>
          <p:nvPr/>
        </p:nvSpPr>
        <p:spPr>
          <a:xfrm>
            <a:off x="3941899" y="860643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55" name="Text 853"/>
          <p:cNvSpPr/>
          <p:nvPr/>
        </p:nvSpPr>
        <p:spPr>
          <a:xfrm>
            <a:off x="3941899" y="861643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56" name="Text 854"/>
          <p:cNvSpPr/>
          <p:nvPr/>
        </p:nvSpPr>
        <p:spPr>
          <a:xfrm>
            <a:off x="3941899" y="862643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57" name="Text 855"/>
          <p:cNvSpPr/>
          <p:nvPr/>
        </p:nvSpPr>
        <p:spPr>
          <a:xfrm>
            <a:off x="3941899" y="863643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58" name="Text 856"/>
          <p:cNvSpPr/>
          <p:nvPr/>
        </p:nvSpPr>
        <p:spPr>
          <a:xfrm>
            <a:off x="3941899" y="864643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59" name="Text 857"/>
          <p:cNvSpPr/>
          <p:nvPr/>
        </p:nvSpPr>
        <p:spPr>
          <a:xfrm>
            <a:off x="3941899" y="865643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60" name="Text 858"/>
          <p:cNvSpPr/>
          <p:nvPr/>
        </p:nvSpPr>
        <p:spPr>
          <a:xfrm>
            <a:off x="3941899" y="866644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61" name="Text 859"/>
          <p:cNvSpPr/>
          <p:nvPr/>
        </p:nvSpPr>
        <p:spPr>
          <a:xfrm>
            <a:off x="3941899" y="867644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62" name="Text 860"/>
          <p:cNvSpPr/>
          <p:nvPr/>
        </p:nvSpPr>
        <p:spPr>
          <a:xfrm>
            <a:off x="3941899" y="868644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63" name="Text 861"/>
          <p:cNvSpPr/>
          <p:nvPr/>
        </p:nvSpPr>
        <p:spPr>
          <a:xfrm>
            <a:off x="3941899" y="869644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64" name="Text 862"/>
          <p:cNvSpPr/>
          <p:nvPr/>
        </p:nvSpPr>
        <p:spPr>
          <a:xfrm>
            <a:off x="3941899" y="870644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65" name="Text 863"/>
          <p:cNvSpPr/>
          <p:nvPr/>
        </p:nvSpPr>
        <p:spPr>
          <a:xfrm>
            <a:off x="3941899" y="871644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66" name="Text 864"/>
          <p:cNvSpPr/>
          <p:nvPr/>
        </p:nvSpPr>
        <p:spPr>
          <a:xfrm>
            <a:off x="3941899" y="872644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67" name="Text 865"/>
          <p:cNvSpPr/>
          <p:nvPr/>
        </p:nvSpPr>
        <p:spPr>
          <a:xfrm>
            <a:off x="3941899" y="873644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68" name="Text 866"/>
          <p:cNvSpPr/>
          <p:nvPr/>
        </p:nvSpPr>
        <p:spPr>
          <a:xfrm>
            <a:off x="3941899" y="874645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69" name="Text 867"/>
          <p:cNvSpPr/>
          <p:nvPr/>
        </p:nvSpPr>
        <p:spPr>
          <a:xfrm>
            <a:off x="3941899" y="875645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70" name="Text 868"/>
          <p:cNvSpPr/>
          <p:nvPr/>
        </p:nvSpPr>
        <p:spPr>
          <a:xfrm>
            <a:off x="3941899" y="876645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71" name="Text 869"/>
          <p:cNvSpPr/>
          <p:nvPr/>
        </p:nvSpPr>
        <p:spPr>
          <a:xfrm>
            <a:off x="3941899" y="877645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72" name="Text 870"/>
          <p:cNvSpPr/>
          <p:nvPr/>
        </p:nvSpPr>
        <p:spPr>
          <a:xfrm>
            <a:off x="3941899" y="878645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73" name="Text 871"/>
          <p:cNvSpPr/>
          <p:nvPr/>
        </p:nvSpPr>
        <p:spPr>
          <a:xfrm>
            <a:off x="3941899" y="879645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74" name="Text 872"/>
          <p:cNvSpPr/>
          <p:nvPr/>
        </p:nvSpPr>
        <p:spPr>
          <a:xfrm>
            <a:off x="3941899" y="880645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75" name="Text 873"/>
          <p:cNvSpPr/>
          <p:nvPr/>
        </p:nvSpPr>
        <p:spPr>
          <a:xfrm>
            <a:off x="3941899" y="881645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76" name="Text 874"/>
          <p:cNvSpPr/>
          <p:nvPr/>
        </p:nvSpPr>
        <p:spPr>
          <a:xfrm>
            <a:off x="3941899" y="882646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77" name="Text 875"/>
          <p:cNvSpPr/>
          <p:nvPr/>
        </p:nvSpPr>
        <p:spPr>
          <a:xfrm>
            <a:off x="3941899" y="883646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78" name="Text 876"/>
          <p:cNvSpPr/>
          <p:nvPr/>
        </p:nvSpPr>
        <p:spPr>
          <a:xfrm>
            <a:off x="3941899" y="884646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79" name="Text 877"/>
          <p:cNvSpPr/>
          <p:nvPr/>
        </p:nvSpPr>
        <p:spPr>
          <a:xfrm>
            <a:off x="3941899" y="885646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80" name="Text 878"/>
          <p:cNvSpPr/>
          <p:nvPr/>
        </p:nvSpPr>
        <p:spPr>
          <a:xfrm>
            <a:off x="3941899" y="886646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81" name="Text 879"/>
          <p:cNvSpPr/>
          <p:nvPr/>
        </p:nvSpPr>
        <p:spPr>
          <a:xfrm>
            <a:off x="3941899" y="887646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82" name="Text 880"/>
          <p:cNvSpPr/>
          <p:nvPr/>
        </p:nvSpPr>
        <p:spPr>
          <a:xfrm>
            <a:off x="3941899" y="888646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83" name="Text 881"/>
          <p:cNvSpPr/>
          <p:nvPr/>
        </p:nvSpPr>
        <p:spPr>
          <a:xfrm>
            <a:off x="3941899" y="889646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84" name="Text 882"/>
          <p:cNvSpPr/>
          <p:nvPr/>
        </p:nvSpPr>
        <p:spPr>
          <a:xfrm>
            <a:off x="3941899" y="890647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85" name="Text 883"/>
          <p:cNvSpPr/>
          <p:nvPr/>
        </p:nvSpPr>
        <p:spPr>
          <a:xfrm>
            <a:off x="3941899" y="891647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86" name="Text 884"/>
          <p:cNvSpPr/>
          <p:nvPr/>
        </p:nvSpPr>
        <p:spPr>
          <a:xfrm>
            <a:off x="3941899" y="892647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87" name="Text 885"/>
          <p:cNvSpPr/>
          <p:nvPr/>
        </p:nvSpPr>
        <p:spPr>
          <a:xfrm>
            <a:off x="3941899" y="893647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88" name="Text 886"/>
          <p:cNvSpPr/>
          <p:nvPr/>
        </p:nvSpPr>
        <p:spPr>
          <a:xfrm>
            <a:off x="3941899" y="894647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89" name="Text 887"/>
          <p:cNvSpPr/>
          <p:nvPr/>
        </p:nvSpPr>
        <p:spPr>
          <a:xfrm>
            <a:off x="3941899" y="895647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90" name="Text 888"/>
          <p:cNvSpPr/>
          <p:nvPr/>
        </p:nvSpPr>
        <p:spPr>
          <a:xfrm>
            <a:off x="3941899" y="896647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91" name="Text 889"/>
          <p:cNvSpPr/>
          <p:nvPr/>
        </p:nvSpPr>
        <p:spPr>
          <a:xfrm>
            <a:off x="3941899" y="897647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92" name="Text 890"/>
          <p:cNvSpPr/>
          <p:nvPr/>
        </p:nvSpPr>
        <p:spPr>
          <a:xfrm>
            <a:off x="3941899" y="898648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93" name="Text 891"/>
          <p:cNvSpPr/>
          <p:nvPr/>
        </p:nvSpPr>
        <p:spPr>
          <a:xfrm>
            <a:off x="3941899" y="899648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94" name="Text 892"/>
          <p:cNvSpPr/>
          <p:nvPr/>
        </p:nvSpPr>
        <p:spPr>
          <a:xfrm>
            <a:off x="3941899" y="900648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95" name="Text 893"/>
          <p:cNvSpPr/>
          <p:nvPr/>
        </p:nvSpPr>
        <p:spPr>
          <a:xfrm>
            <a:off x="3941899" y="901648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96" name="Text 894"/>
          <p:cNvSpPr/>
          <p:nvPr/>
        </p:nvSpPr>
        <p:spPr>
          <a:xfrm>
            <a:off x="3941899" y="902648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97" name="Text 895"/>
          <p:cNvSpPr/>
          <p:nvPr/>
        </p:nvSpPr>
        <p:spPr>
          <a:xfrm>
            <a:off x="3941899" y="903648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98" name="Text 896"/>
          <p:cNvSpPr/>
          <p:nvPr/>
        </p:nvSpPr>
        <p:spPr>
          <a:xfrm>
            <a:off x="3941899" y="904648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899" name="Text 897"/>
          <p:cNvSpPr/>
          <p:nvPr/>
        </p:nvSpPr>
        <p:spPr>
          <a:xfrm>
            <a:off x="3941899" y="905648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00" name="Text 898"/>
          <p:cNvSpPr/>
          <p:nvPr/>
        </p:nvSpPr>
        <p:spPr>
          <a:xfrm>
            <a:off x="3941899" y="9066490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01" name="Text 899"/>
          <p:cNvSpPr/>
          <p:nvPr/>
        </p:nvSpPr>
        <p:spPr>
          <a:xfrm>
            <a:off x="3941899" y="9076491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02" name="Text 900"/>
          <p:cNvSpPr/>
          <p:nvPr/>
        </p:nvSpPr>
        <p:spPr>
          <a:xfrm>
            <a:off x="3941899" y="9086492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03" name="Text 901"/>
          <p:cNvSpPr/>
          <p:nvPr/>
        </p:nvSpPr>
        <p:spPr>
          <a:xfrm>
            <a:off x="3941899" y="9096494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04" name="Text 902"/>
          <p:cNvSpPr/>
          <p:nvPr/>
        </p:nvSpPr>
        <p:spPr>
          <a:xfrm>
            <a:off x="3941899" y="91064953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05" name="Text 903"/>
          <p:cNvSpPr/>
          <p:nvPr/>
        </p:nvSpPr>
        <p:spPr>
          <a:xfrm>
            <a:off x="3941899" y="91164966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06" name="Text 904"/>
          <p:cNvSpPr/>
          <p:nvPr/>
        </p:nvSpPr>
        <p:spPr>
          <a:xfrm>
            <a:off x="3941899" y="91264978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07" name="Text 905"/>
          <p:cNvSpPr/>
          <p:nvPr/>
        </p:nvSpPr>
        <p:spPr>
          <a:xfrm>
            <a:off x="3941899" y="91364991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08" name="Text 906"/>
          <p:cNvSpPr/>
          <p:nvPr/>
        </p:nvSpPr>
        <p:spPr>
          <a:xfrm>
            <a:off x="3941899" y="100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09" name="Text 907"/>
          <p:cNvSpPr/>
          <p:nvPr/>
        </p:nvSpPr>
        <p:spPr>
          <a:xfrm>
            <a:off x="3941899" y="100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10" name="Text 908"/>
          <p:cNvSpPr/>
          <p:nvPr/>
        </p:nvSpPr>
        <p:spPr>
          <a:xfrm>
            <a:off x="3941899" y="100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11" name="Text 909"/>
          <p:cNvSpPr/>
          <p:nvPr/>
        </p:nvSpPr>
        <p:spPr>
          <a:xfrm>
            <a:off x="3941899" y="100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12" name="Text 910"/>
          <p:cNvSpPr/>
          <p:nvPr/>
        </p:nvSpPr>
        <p:spPr>
          <a:xfrm>
            <a:off x="3941899" y="100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13" name="Text 911"/>
          <p:cNvSpPr/>
          <p:nvPr/>
        </p:nvSpPr>
        <p:spPr>
          <a:xfrm>
            <a:off x="3941899" y="100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14" name="Text 912"/>
          <p:cNvSpPr/>
          <p:nvPr/>
        </p:nvSpPr>
        <p:spPr>
          <a:xfrm>
            <a:off x="3941899" y="100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15" name="Text 913"/>
          <p:cNvSpPr/>
          <p:nvPr/>
        </p:nvSpPr>
        <p:spPr>
          <a:xfrm>
            <a:off x="3941899" y="100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16" name="Text 914"/>
          <p:cNvSpPr/>
          <p:nvPr/>
        </p:nvSpPr>
        <p:spPr>
          <a:xfrm>
            <a:off x="3941899" y="100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17" name="Text 915"/>
          <p:cNvSpPr/>
          <p:nvPr/>
        </p:nvSpPr>
        <p:spPr>
          <a:xfrm>
            <a:off x="3941899" y="101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18" name="Text 916"/>
          <p:cNvSpPr/>
          <p:nvPr/>
        </p:nvSpPr>
        <p:spPr>
          <a:xfrm>
            <a:off x="3941899" y="101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19" name="Text 917"/>
          <p:cNvSpPr/>
          <p:nvPr/>
        </p:nvSpPr>
        <p:spPr>
          <a:xfrm>
            <a:off x="3941899" y="101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20" name="Text 918"/>
          <p:cNvSpPr/>
          <p:nvPr/>
        </p:nvSpPr>
        <p:spPr>
          <a:xfrm>
            <a:off x="3941899" y="101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21" name="Text 919"/>
          <p:cNvSpPr/>
          <p:nvPr/>
        </p:nvSpPr>
        <p:spPr>
          <a:xfrm>
            <a:off x="3941899" y="101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22" name="Text 920"/>
          <p:cNvSpPr/>
          <p:nvPr/>
        </p:nvSpPr>
        <p:spPr>
          <a:xfrm>
            <a:off x="3941899" y="101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23" name="Text 921"/>
          <p:cNvSpPr/>
          <p:nvPr/>
        </p:nvSpPr>
        <p:spPr>
          <a:xfrm>
            <a:off x="3941899" y="101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24" name="Text 922"/>
          <p:cNvSpPr/>
          <p:nvPr/>
        </p:nvSpPr>
        <p:spPr>
          <a:xfrm>
            <a:off x="3941899" y="101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25" name="Text 923"/>
          <p:cNvSpPr/>
          <p:nvPr/>
        </p:nvSpPr>
        <p:spPr>
          <a:xfrm>
            <a:off x="3941899" y="101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26" name="Text 924"/>
          <p:cNvSpPr/>
          <p:nvPr/>
        </p:nvSpPr>
        <p:spPr>
          <a:xfrm>
            <a:off x="3941899" y="101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27" name="Text 925"/>
          <p:cNvSpPr/>
          <p:nvPr/>
        </p:nvSpPr>
        <p:spPr>
          <a:xfrm>
            <a:off x="3941899" y="102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28" name="Text 926"/>
          <p:cNvSpPr/>
          <p:nvPr/>
        </p:nvSpPr>
        <p:spPr>
          <a:xfrm>
            <a:off x="3941899" y="102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29" name="Text 927"/>
          <p:cNvSpPr/>
          <p:nvPr/>
        </p:nvSpPr>
        <p:spPr>
          <a:xfrm>
            <a:off x="3941899" y="102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30" name="Text 928"/>
          <p:cNvSpPr/>
          <p:nvPr/>
        </p:nvSpPr>
        <p:spPr>
          <a:xfrm>
            <a:off x="3941899" y="102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31" name="Text 929"/>
          <p:cNvSpPr/>
          <p:nvPr/>
        </p:nvSpPr>
        <p:spPr>
          <a:xfrm>
            <a:off x="3941899" y="102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32" name="Text 930"/>
          <p:cNvSpPr/>
          <p:nvPr/>
        </p:nvSpPr>
        <p:spPr>
          <a:xfrm>
            <a:off x="3941899" y="102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33" name="Text 931"/>
          <p:cNvSpPr/>
          <p:nvPr/>
        </p:nvSpPr>
        <p:spPr>
          <a:xfrm>
            <a:off x="3941899" y="102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34" name="Text 932"/>
          <p:cNvSpPr/>
          <p:nvPr/>
        </p:nvSpPr>
        <p:spPr>
          <a:xfrm>
            <a:off x="3941899" y="102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35" name="Text 933"/>
          <p:cNvSpPr/>
          <p:nvPr/>
        </p:nvSpPr>
        <p:spPr>
          <a:xfrm>
            <a:off x="3941899" y="102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36" name="Text 934"/>
          <p:cNvSpPr/>
          <p:nvPr/>
        </p:nvSpPr>
        <p:spPr>
          <a:xfrm>
            <a:off x="3941899" y="103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37" name="Text 935"/>
          <p:cNvSpPr/>
          <p:nvPr/>
        </p:nvSpPr>
        <p:spPr>
          <a:xfrm>
            <a:off x="3941899" y="103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38" name="Text 936"/>
          <p:cNvSpPr/>
          <p:nvPr/>
        </p:nvSpPr>
        <p:spPr>
          <a:xfrm>
            <a:off x="3941899" y="103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39" name="Text 937"/>
          <p:cNvSpPr/>
          <p:nvPr/>
        </p:nvSpPr>
        <p:spPr>
          <a:xfrm>
            <a:off x="3941899" y="103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40" name="Text 938"/>
          <p:cNvSpPr/>
          <p:nvPr/>
        </p:nvSpPr>
        <p:spPr>
          <a:xfrm>
            <a:off x="3941899" y="103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41" name="Text 939"/>
          <p:cNvSpPr/>
          <p:nvPr/>
        </p:nvSpPr>
        <p:spPr>
          <a:xfrm>
            <a:off x="3941899" y="103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42" name="Text 940"/>
          <p:cNvSpPr/>
          <p:nvPr/>
        </p:nvSpPr>
        <p:spPr>
          <a:xfrm>
            <a:off x="3941899" y="103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43" name="Text 941"/>
          <p:cNvSpPr/>
          <p:nvPr/>
        </p:nvSpPr>
        <p:spPr>
          <a:xfrm>
            <a:off x="3941899" y="103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44" name="Text 942"/>
          <p:cNvSpPr/>
          <p:nvPr/>
        </p:nvSpPr>
        <p:spPr>
          <a:xfrm>
            <a:off x="3941899" y="103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45" name="Text 943"/>
          <p:cNvSpPr/>
          <p:nvPr/>
        </p:nvSpPr>
        <p:spPr>
          <a:xfrm>
            <a:off x="3941899" y="104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46" name="Text 944"/>
          <p:cNvSpPr/>
          <p:nvPr/>
        </p:nvSpPr>
        <p:spPr>
          <a:xfrm>
            <a:off x="3941899" y="104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47" name="Text 945"/>
          <p:cNvSpPr/>
          <p:nvPr/>
        </p:nvSpPr>
        <p:spPr>
          <a:xfrm>
            <a:off x="3941899" y="104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48" name="Text 946"/>
          <p:cNvSpPr/>
          <p:nvPr/>
        </p:nvSpPr>
        <p:spPr>
          <a:xfrm>
            <a:off x="3941899" y="104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49" name="Text 947"/>
          <p:cNvSpPr/>
          <p:nvPr/>
        </p:nvSpPr>
        <p:spPr>
          <a:xfrm>
            <a:off x="3941899" y="104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50" name="Text 948"/>
          <p:cNvSpPr/>
          <p:nvPr/>
        </p:nvSpPr>
        <p:spPr>
          <a:xfrm>
            <a:off x="3941899" y="104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51" name="Text 949"/>
          <p:cNvSpPr/>
          <p:nvPr/>
        </p:nvSpPr>
        <p:spPr>
          <a:xfrm>
            <a:off x="3941899" y="104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52" name="Text 950"/>
          <p:cNvSpPr/>
          <p:nvPr/>
        </p:nvSpPr>
        <p:spPr>
          <a:xfrm>
            <a:off x="3941899" y="104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53" name="Text 951"/>
          <p:cNvSpPr/>
          <p:nvPr/>
        </p:nvSpPr>
        <p:spPr>
          <a:xfrm>
            <a:off x="3941899" y="104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54" name="Text 952"/>
          <p:cNvSpPr/>
          <p:nvPr/>
        </p:nvSpPr>
        <p:spPr>
          <a:xfrm>
            <a:off x="3941899" y="105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55" name="Text 953"/>
          <p:cNvSpPr/>
          <p:nvPr/>
        </p:nvSpPr>
        <p:spPr>
          <a:xfrm>
            <a:off x="3941899" y="105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56" name="Text 954"/>
          <p:cNvSpPr/>
          <p:nvPr/>
        </p:nvSpPr>
        <p:spPr>
          <a:xfrm>
            <a:off x="3941899" y="105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57" name="Text 955"/>
          <p:cNvSpPr/>
          <p:nvPr/>
        </p:nvSpPr>
        <p:spPr>
          <a:xfrm>
            <a:off x="3941899" y="105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58" name="Text 956"/>
          <p:cNvSpPr/>
          <p:nvPr/>
        </p:nvSpPr>
        <p:spPr>
          <a:xfrm>
            <a:off x="3941899" y="105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59" name="Text 957"/>
          <p:cNvSpPr/>
          <p:nvPr/>
        </p:nvSpPr>
        <p:spPr>
          <a:xfrm>
            <a:off x="3941899" y="105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60" name="Text 958"/>
          <p:cNvSpPr/>
          <p:nvPr/>
        </p:nvSpPr>
        <p:spPr>
          <a:xfrm>
            <a:off x="3941899" y="105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61" name="Text 959"/>
          <p:cNvSpPr/>
          <p:nvPr/>
        </p:nvSpPr>
        <p:spPr>
          <a:xfrm>
            <a:off x="3941899" y="105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62" name="Text 960"/>
          <p:cNvSpPr/>
          <p:nvPr/>
        </p:nvSpPr>
        <p:spPr>
          <a:xfrm>
            <a:off x="3941899" y="105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63" name="Text 961"/>
          <p:cNvSpPr/>
          <p:nvPr/>
        </p:nvSpPr>
        <p:spPr>
          <a:xfrm>
            <a:off x="3941899" y="106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64" name="Text 962"/>
          <p:cNvSpPr/>
          <p:nvPr/>
        </p:nvSpPr>
        <p:spPr>
          <a:xfrm>
            <a:off x="3941899" y="106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65" name="Text 963"/>
          <p:cNvSpPr/>
          <p:nvPr/>
        </p:nvSpPr>
        <p:spPr>
          <a:xfrm>
            <a:off x="3941899" y="106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66" name="Text 964"/>
          <p:cNvSpPr/>
          <p:nvPr/>
        </p:nvSpPr>
        <p:spPr>
          <a:xfrm>
            <a:off x="3941899" y="106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67" name="Text 965"/>
          <p:cNvSpPr/>
          <p:nvPr/>
        </p:nvSpPr>
        <p:spPr>
          <a:xfrm>
            <a:off x="3941899" y="106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68" name="Text 966"/>
          <p:cNvSpPr/>
          <p:nvPr/>
        </p:nvSpPr>
        <p:spPr>
          <a:xfrm>
            <a:off x="3941899" y="106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69" name="Text 967"/>
          <p:cNvSpPr/>
          <p:nvPr/>
        </p:nvSpPr>
        <p:spPr>
          <a:xfrm>
            <a:off x="3941899" y="106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70" name="Text 968"/>
          <p:cNvSpPr/>
          <p:nvPr/>
        </p:nvSpPr>
        <p:spPr>
          <a:xfrm>
            <a:off x="3941899" y="106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71" name="Text 969"/>
          <p:cNvSpPr/>
          <p:nvPr/>
        </p:nvSpPr>
        <p:spPr>
          <a:xfrm>
            <a:off x="3941899" y="106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72" name="Text 970"/>
          <p:cNvSpPr/>
          <p:nvPr/>
        </p:nvSpPr>
        <p:spPr>
          <a:xfrm>
            <a:off x="3941899" y="107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73" name="Text 971"/>
          <p:cNvSpPr/>
          <p:nvPr/>
        </p:nvSpPr>
        <p:spPr>
          <a:xfrm>
            <a:off x="3941899" y="107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74" name="Text 972"/>
          <p:cNvSpPr/>
          <p:nvPr/>
        </p:nvSpPr>
        <p:spPr>
          <a:xfrm>
            <a:off x="3941899" y="107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75" name="Text 973"/>
          <p:cNvSpPr/>
          <p:nvPr/>
        </p:nvSpPr>
        <p:spPr>
          <a:xfrm>
            <a:off x="3941899" y="107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76" name="Text 974"/>
          <p:cNvSpPr/>
          <p:nvPr/>
        </p:nvSpPr>
        <p:spPr>
          <a:xfrm>
            <a:off x="3941899" y="107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77" name="Text 975"/>
          <p:cNvSpPr/>
          <p:nvPr/>
        </p:nvSpPr>
        <p:spPr>
          <a:xfrm>
            <a:off x="3941899" y="107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78" name="Text 976"/>
          <p:cNvSpPr/>
          <p:nvPr/>
        </p:nvSpPr>
        <p:spPr>
          <a:xfrm>
            <a:off x="3941899" y="107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79" name="Text 977"/>
          <p:cNvSpPr/>
          <p:nvPr/>
        </p:nvSpPr>
        <p:spPr>
          <a:xfrm>
            <a:off x="3941899" y="107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80" name="Text 978"/>
          <p:cNvSpPr/>
          <p:nvPr/>
        </p:nvSpPr>
        <p:spPr>
          <a:xfrm>
            <a:off x="3941899" y="107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81" name="Text 979"/>
          <p:cNvSpPr/>
          <p:nvPr/>
        </p:nvSpPr>
        <p:spPr>
          <a:xfrm>
            <a:off x="3941899" y="108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82" name="Text 980"/>
          <p:cNvSpPr/>
          <p:nvPr/>
        </p:nvSpPr>
        <p:spPr>
          <a:xfrm>
            <a:off x="3941899" y="108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83" name="Text 981"/>
          <p:cNvSpPr/>
          <p:nvPr/>
        </p:nvSpPr>
        <p:spPr>
          <a:xfrm>
            <a:off x="3941899" y="108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84" name="Text 982"/>
          <p:cNvSpPr/>
          <p:nvPr/>
        </p:nvSpPr>
        <p:spPr>
          <a:xfrm>
            <a:off x="3941899" y="108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85" name="Text 983"/>
          <p:cNvSpPr/>
          <p:nvPr/>
        </p:nvSpPr>
        <p:spPr>
          <a:xfrm>
            <a:off x="3941899" y="108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86" name="Text 984"/>
          <p:cNvSpPr/>
          <p:nvPr/>
        </p:nvSpPr>
        <p:spPr>
          <a:xfrm>
            <a:off x="3941899" y="108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87" name="Text 985"/>
          <p:cNvSpPr/>
          <p:nvPr/>
        </p:nvSpPr>
        <p:spPr>
          <a:xfrm>
            <a:off x="3941899" y="108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88" name="Text 986"/>
          <p:cNvSpPr/>
          <p:nvPr/>
        </p:nvSpPr>
        <p:spPr>
          <a:xfrm>
            <a:off x="3941899" y="108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89" name="Text 987"/>
          <p:cNvSpPr/>
          <p:nvPr/>
        </p:nvSpPr>
        <p:spPr>
          <a:xfrm>
            <a:off x="3941899" y="108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90" name="Text 988"/>
          <p:cNvSpPr/>
          <p:nvPr/>
        </p:nvSpPr>
        <p:spPr>
          <a:xfrm>
            <a:off x="3941899" y="108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91" name="Text 989"/>
          <p:cNvSpPr/>
          <p:nvPr/>
        </p:nvSpPr>
        <p:spPr>
          <a:xfrm>
            <a:off x="3941899" y="109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92" name="Text 990"/>
          <p:cNvSpPr/>
          <p:nvPr/>
        </p:nvSpPr>
        <p:spPr>
          <a:xfrm>
            <a:off x="3941899" y="109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93" name="Text 991"/>
          <p:cNvSpPr/>
          <p:nvPr/>
        </p:nvSpPr>
        <p:spPr>
          <a:xfrm>
            <a:off x="3941899" y="109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94" name="Text 992"/>
          <p:cNvSpPr/>
          <p:nvPr/>
        </p:nvSpPr>
        <p:spPr>
          <a:xfrm>
            <a:off x="3941899" y="109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95" name="Text 993"/>
          <p:cNvSpPr/>
          <p:nvPr/>
        </p:nvSpPr>
        <p:spPr>
          <a:xfrm>
            <a:off x="3941899" y="109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96" name="Text 994"/>
          <p:cNvSpPr/>
          <p:nvPr/>
        </p:nvSpPr>
        <p:spPr>
          <a:xfrm>
            <a:off x="3941899" y="109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97" name="Text 995"/>
          <p:cNvSpPr/>
          <p:nvPr/>
        </p:nvSpPr>
        <p:spPr>
          <a:xfrm>
            <a:off x="3941899" y="109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98" name="Text 996"/>
          <p:cNvSpPr/>
          <p:nvPr/>
        </p:nvSpPr>
        <p:spPr>
          <a:xfrm>
            <a:off x="3941899" y="109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999" name="Text 997"/>
          <p:cNvSpPr/>
          <p:nvPr/>
        </p:nvSpPr>
        <p:spPr>
          <a:xfrm>
            <a:off x="3941899" y="109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00" name="Text 998"/>
          <p:cNvSpPr/>
          <p:nvPr/>
        </p:nvSpPr>
        <p:spPr>
          <a:xfrm>
            <a:off x="3941899" y="110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01" name="Text 999"/>
          <p:cNvSpPr/>
          <p:nvPr/>
        </p:nvSpPr>
        <p:spPr>
          <a:xfrm>
            <a:off x="3941899" y="110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02" name="Text 1000"/>
          <p:cNvSpPr/>
          <p:nvPr/>
        </p:nvSpPr>
        <p:spPr>
          <a:xfrm>
            <a:off x="3941899" y="110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03" name="Text 1001"/>
          <p:cNvSpPr/>
          <p:nvPr/>
        </p:nvSpPr>
        <p:spPr>
          <a:xfrm>
            <a:off x="3941899" y="110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04" name="Text 1002"/>
          <p:cNvSpPr/>
          <p:nvPr/>
        </p:nvSpPr>
        <p:spPr>
          <a:xfrm>
            <a:off x="3941899" y="110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05" name="Text 1003"/>
          <p:cNvSpPr/>
          <p:nvPr/>
        </p:nvSpPr>
        <p:spPr>
          <a:xfrm>
            <a:off x="3941899" y="110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06" name="Text 1004"/>
          <p:cNvSpPr/>
          <p:nvPr/>
        </p:nvSpPr>
        <p:spPr>
          <a:xfrm>
            <a:off x="3941899" y="110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07" name="Text 1005"/>
          <p:cNvSpPr/>
          <p:nvPr/>
        </p:nvSpPr>
        <p:spPr>
          <a:xfrm>
            <a:off x="3941899" y="110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08" name="Text 1006"/>
          <p:cNvSpPr/>
          <p:nvPr/>
        </p:nvSpPr>
        <p:spPr>
          <a:xfrm>
            <a:off x="3941899" y="110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09" name="Text 1007"/>
          <p:cNvSpPr/>
          <p:nvPr/>
        </p:nvSpPr>
        <p:spPr>
          <a:xfrm>
            <a:off x="3941899" y="111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10" name="Text 1008"/>
          <p:cNvSpPr/>
          <p:nvPr/>
        </p:nvSpPr>
        <p:spPr>
          <a:xfrm>
            <a:off x="3941899" y="111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11" name="Text 1009"/>
          <p:cNvSpPr/>
          <p:nvPr/>
        </p:nvSpPr>
        <p:spPr>
          <a:xfrm>
            <a:off x="3941899" y="111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12" name="Text 1010"/>
          <p:cNvSpPr/>
          <p:nvPr/>
        </p:nvSpPr>
        <p:spPr>
          <a:xfrm>
            <a:off x="3941899" y="111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13" name="Text 1011"/>
          <p:cNvSpPr/>
          <p:nvPr/>
        </p:nvSpPr>
        <p:spPr>
          <a:xfrm>
            <a:off x="3941899" y="111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14" name="Text 1012"/>
          <p:cNvSpPr/>
          <p:nvPr/>
        </p:nvSpPr>
        <p:spPr>
          <a:xfrm>
            <a:off x="3941899" y="111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15" name="Text 1013"/>
          <p:cNvSpPr/>
          <p:nvPr/>
        </p:nvSpPr>
        <p:spPr>
          <a:xfrm>
            <a:off x="3941899" y="111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16" name="Text 1014"/>
          <p:cNvSpPr/>
          <p:nvPr/>
        </p:nvSpPr>
        <p:spPr>
          <a:xfrm>
            <a:off x="3941899" y="111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17" name="Text 1015"/>
          <p:cNvSpPr/>
          <p:nvPr/>
        </p:nvSpPr>
        <p:spPr>
          <a:xfrm>
            <a:off x="3941899" y="111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18" name="Text 1016"/>
          <p:cNvSpPr/>
          <p:nvPr/>
        </p:nvSpPr>
        <p:spPr>
          <a:xfrm>
            <a:off x="3941899" y="112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19" name="Text 1017"/>
          <p:cNvSpPr/>
          <p:nvPr/>
        </p:nvSpPr>
        <p:spPr>
          <a:xfrm>
            <a:off x="3941899" y="112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20" name="Text 1018"/>
          <p:cNvSpPr/>
          <p:nvPr/>
        </p:nvSpPr>
        <p:spPr>
          <a:xfrm>
            <a:off x="3941899" y="112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21" name="Text 1019"/>
          <p:cNvSpPr/>
          <p:nvPr/>
        </p:nvSpPr>
        <p:spPr>
          <a:xfrm>
            <a:off x="3941899" y="112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22" name="Text 1020"/>
          <p:cNvSpPr/>
          <p:nvPr/>
        </p:nvSpPr>
        <p:spPr>
          <a:xfrm>
            <a:off x="3941899" y="112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23" name="Text 1021"/>
          <p:cNvSpPr/>
          <p:nvPr/>
        </p:nvSpPr>
        <p:spPr>
          <a:xfrm>
            <a:off x="3941899" y="112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24" name="Text 1022"/>
          <p:cNvSpPr/>
          <p:nvPr/>
        </p:nvSpPr>
        <p:spPr>
          <a:xfrm>
            <a:off x="3941899" y="112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25" name="Text 1023"/>
          <p:cNvSpPr/>
          <p:nvPr/>
        </p:nvSpPr>
        <p:spPr>
          <a:xfrm>
            <a:off x="3941899" y="112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26" name="Text 1024"/>
          <p:cNvSpPr/>
          <p:nvPr/>
        </p:nvSpPr>
        <p:spPr>
          <a:xfrm>
            <a:off x="3941899" y="112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27" name="Text 1025"/>
          <p:cNvSpPr/>
          <p:nvPr/>
        </p:nvSpPr>
        <p:spPr>
          <a:xfrm>
            <a:off x="3941899" y="113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28" name="Text 1026"/>
          <p:cNvSpPr/>
          <p:nvPr/>
        </p:nvSpPr>
        <p:spPr>
          <a:xfrm>
            <a:off x="3941899" y="113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29" name="Text 1027"/>
          <p:cNvSpPr/>
          <p:nvPr/>
        </p:nvSpPr>
        <p:spPr>
          <a:xfrm>
            <a:off x="3941899" y="113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30" name="Text 1028"/>
          <p:cNvSpPr/>
          <p:nvPr/>
        </p:nvSpPr>
        <p:spPr>
          <a:xfrm>
            <a:off x="3941899" y="113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31" name="Text 1029"/>
          <p:cNvSpPr/>
          <p:nvPr/>
        </p:nvSpPr>
        <p:spPr>
          <a:xfrm>
            <a:off x="3941899" y="113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32" name="Text 1030"/>
          <p:cNvSpPr/>
          <p:nvPr/>
        </p:nvSpPr>
        <p:spPr>
          <a:xfrm>
            <a:off x="3941899" y="113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33" name="Text 1031"/>
          <p:cNvSpPr/>
          <p:nvPr/>
        </p:nvSpPr>
        <p:spPr>
          <a:xfrm>
            <a:off x="3941899" y="113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34" name="Text 1032"/>
          <p:cNvSpPr/>
          <p:nvPr/>
        </p:nvSpPr>
        <p:spPr>
          <a:xfrm>
            <a:off x="3941899" y="113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35" name="Text 1033"/>
          <p:cNvSpPr/>
          <p:nvPr/>
        </p:nvSpPr>
        <p:spPr>
          <a:xfrm>
            <a:off x="3941899" y="113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36" name="Text 1034"/>
          <p:cNvSpPr/>
          <p:nvPr/>
        </p:nvSpPr>
        <p:spPr>
          <a:xfrm>
            <a:off x="3941899" y="114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37" name="Text 1035"/>
          <p:cNvSpPr/>
          <p:nvPr/>
        </p:nvSpPr>
        <p:spPr>
          <a:xfrm>
            <a:off x="3941899" y="114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38" name="Text 1036"/>
          <p:cNvSpPr/>
          <p:nvPr/>
        </p:nvSpPr>
        <p:spPr>
          <a:xfrm>
            <a:off x="3941899" y="114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39" name="Text 1037"/>
          <p:cNvSpPr/>
          <p:nvPr/>
        </p:nvSpPr>
        <p:spPr>
          <a:xfrm>
            <a:off x="3941899" y="114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40" name="Text 1038"/>
          <p:cNvSpPr/>
          <p:nvPr/>
        </p:nvSpPr>
        <p:spPr>
          <a:xfrm>
            <a:off x="3941899" y="114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41" name="Text 1039"/>
          <p:cNvSpPr/>
          <p:nvPr/>
        </p:nvSpPr>
        <p:spPr>
          <a:xfrm>
            <a:off x="3941899" y="114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42" name="Text 1040"/>
          <p:cNvSpPr/>
          <p:nvPr/>
        </p:nvSpPr>
        <p:spPr>
          <a:xfrm>
            <a:off x="3941899" y="114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43" name="Text 1041"/>
          <p:cNvSpPr/>
          <p:nvPr/>
        </p:nvSpPr>
        <p:spPr>
          <a:xfrm>
            <a:off x="3941899" y="114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44" name="Text 1042"/>
          <p:cNvSpPr/>
          <p:nvPr/>
        </p:nvSpPr>
        <p:spPr>
          <a:xfrm>
            <a:off x="3941899" y="114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45" name="Text 1043"/>
          <p:cNvSpPr/>
          <p:nvPr/>
        </p:nvSpPr>
        <p:spPr>
          <a:xfrm>
            <a:off x="3941899" y="115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46" name="Text 1044"/>
          <p:cNvSpPr/>
          <p:nvPr/>
        </p:nvSpPr>
        <p:spPr>
          <a:xfrm>
            <a:off x="3941899" y="115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47" name="Text 1045"/>
          <p:cNvSpPr/>
          <p:nvPr/>
        </p:nvSpPr>
        <p:spPr>
          <a:xfrm>
            <a:off x="3941899" y="115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48" name="Text 1046"/>
          <p:cNvSpPr/>
          <p:nvPr/>
        </p:nvSpPr>
        <p:spPr>
          <a:xfrm>
            <a:off x="3941899" y="115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49" name="Text 1047"/>
          <p:cNvSpPr/>
          <p:nvPr/>
        </p:nvSpPr>
        <p:spPr>
          <a:xfrm>
            <a:off x="3941899" y="115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50" name="Text 1048"/>
          <p:cNvSpPr/>
          <p:nvPr/>
        </p:nvSpPr>
        <p:spPr>
          <a:xfrm>
            <a:off x="3941899" y="115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51" name="Text 1049"/>
          <p:cNvSpPr/>
          <p:nvPr/>
        </p:nvSpPr>
        <p:spPr>
          <a:xfrm>
            <a:off x="3941899" y="115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52" name="Text 1050"/>
          <p:cNvSpPr/>
          <p:nvPr/>
        </p:nvSpPr>
        <p:spPr>
          <a:xfrm>
            <a:off x="3941899" y="115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53" name="Text 1051"/>
          <p:cNvSpPr/>
          <p:nvPr/>
        </p:nvSpPr>
        <p:spPr>
          <a:xfrm>
            <a:off x="3941899" y="115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54" name="Text 1052"/>
          <p:cNvSpPr/>
          <p:nvPr/>
        </p:nvSpPr>
        <p:spPr>
          <a:xfrm>
            <a:off x="3941899" y="115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55" name="Text 1053"/>
          <p:cNvSpPr/>
          <p:nvPr/>
        </p:nvSpPr>
        <p:spPr>
          <a:xfrm>
            <a:off x="3941899" y="116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56" name="Text 1054"/>
          <p:cNvSpPr/>
          <p:nvPr/>
        </p:nvSpPr>
        <p:spPr>
          <a:xfrm>
            <a:off x="3941899" y="116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57" name="Text 1055"/>
          <p:cNvSpPr/>
          <p:nvPr/>
        </p:nvSpPr>
        <p:spPr>
          <a:xfrm>
            <a:off x="3941899" y="116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58" name="Text 1056"/>
          <p:cNvSpPr/>
          <p:nvPr/>
        </p:nvSpPr>
        <p:spPr>
          <a:xfrm>
            <a:off x="3941899" y="116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59" name="Text 1057"/>
          <p:cNvSpPr/>
          <p:nvPr/>
        </p:nvSpPr>
        <p:spPr>
          <a:xfrm>
            <a:off x="3941899" y="116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60" name="Text 1058"/>
          <p:cNvSpPr/>
          <p:nvPr/>
        </p:nvSpPr>
        <p:spPr>
          <a:xfrm>
            <a:off x="3941899" y="116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61" name="Text 1059"/>
          <p:cNvSpPr/>
          <p:nvPr/>
        </p:nvSpPr>
        <p:spPr>
          <a:xfrm>
            <a:off x="3941899" y="116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62" name="Text 1060"/>
          <p:cNvSpPr/>
          <p:nvPr/>
        </p:nvSpPr>
        <p:spPr>
          <a:xfrm>
            <a:off x="3941899" y="116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63" name="Text 1061"/>
          <p:cNvSpPr/>
          <p:nvPr/>
        </p:nvSpPr>
        <p:spPr>
          <a:xfrm>
            <a:off x="3941899" y="116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64" name="Text 1062"/>
          <p:cNvSpPr/>
          <p:nvPr/>
        </p:nvSpPr>
        <p:spPr>
          <a:xfrm>
            <a:off x="3941899" y="117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65" name="Text 1063"/>
          <p:cNvSpPr/>
          <p:nvPr/>
        </p:nvSpPr>
        <p:spPr>
          <a:xfrm>
            <a:off x="3941899" y="117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66" name="Text 1064"/>
          <p:cNvSpPr/>
          <p:nvPr/>
        </p:nvSpPr>
        <p:spPr>
          <a:xfrm>
            <a:off x="3941899" y="117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67" name="Text 1065"/>
          <p:cNvSpPr/>
          <p:nvPr/>
        </p:nvSpPr>
        <p:spPr>
          <a:xfrm>
            <a:off x="3941899" y="117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68" name="Text 1066"/>
          <p:cNvSpPr/>
          <p:nvPr/>
        </p:nvSpPr>
        <p:spPr>
          <a:xfrm>
            <a:off x="3941899" y="117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69" name="Text 1067"/>
          <p:cNvSpPr/>
          <p:nvPr/>
        </p:nvSpPr>
        <p:spPr>
          <a:xfrm>
            <a:off x="3941899" y="117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70" name="Text 1068"/>
          <p:cNvSpPr/>
          <p:nvPr/>
        </p:nvSpPr>
        <p:spPr>
          <a:xfrm>
            <a:off x="3941899" y="117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71" name="Text 1069"/>
          <p:cNvSpPr/>
          <p:nvPr/>
        </p:nvSpPr>
        <p:spPr>
          <a:xfrm>
            <a:off x="3941899" y="117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72" name="Text 1070"/>
          <p:cNvSpPr/>
          <p:nvPr/>
        </p:nvSpPr>
        <p:spPr>
          <a:xfrm>
            <a:off x="3941899" y="117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73" name="Text 1071"/>
          <p:cNvSpPr/>
          <p:nvPr/>
        </p:nvSpPr>
        <p:spPr>
          <a:xfrm>
            <a:off x="3941899" y="118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74" name="Text 1072"/>
          <p:cNvSpPr/>
          <p:nvPr/>
        </p:nvSpPr>
        <p:spPr>
          <a:xfrm>
            <a:off x="3941899" y="118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75" name="Text 1073"/>
          <p:cNvSpPr/>
          <p:nvPr/>
        </p:nvSpPr>
        <p:spPr>
          <a:xfrm>
            <a:off x="3941899" y="118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76" name="Text 1074"/>
          <p:cNvSpPr/>
          <p:nvPr/>
        </p:nvSpPr>
        <p:spPr>
          <a:xfrm>
            <a:off x="3941899" y="118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77" name="Text 1075"/>
          <p:cNvSpPr/>
          <p:nvPr/>
        </p:nvSpPr>
        <p:spPr>
          <a:xfrm>
            <a:off x="3941899" y="118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78" name="Text 1076"/>
          <p:cNvSpPr/>
          <p:nvPr/>
        </p:nvSpPr>
        <p:spPr>
          <a:xfrm>
            <a:off x="3941899" y="118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79" name="Text 1077"/>
          <p:cNvSpPr/>
          <p:nvPr/>
        </p:nvSpPr>
        <p:spPr>
          <a:xfrm>
            <a:off x="3941899" y="118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80" name="Text 1078"/>
          <p:cNvSpPr/>
          <p:nvPr/>
        </p:nvSpPr>
        <p:spPr>
          <a:xfrm>
            <a:off x="3941899" y="118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81" name="Text 1079"/>
          <p:cNvSpPr/>
          <p:nvPr/>
        </p:nvSpPr>
        <p:spPr>
          <a:xfrm>
            <a:off x="3941899" y="118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82" name="Text 1080"/>
          <p:cNvSpPr/>
          <p:nvPr/>
        </p:nvSpPr>
        <p:spPr>
          <a:xfrm>
            <a:off x="3941899" y="119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83" name="Text 1081"/>
          <p:cNvSpPr/>
          <p:nvPr/>
        </p:nvSpPr>
        <p:spPr>
          <a:xfrm>
            <a:off x="3941899" y="119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84" name="Text 1082"/>
          <p:cNvSpPr/>
          <p:nvPr/>
        </p:nvSpPr>
        <p:spPr>
          <a:xfrm>
            <a:off x="3941899" y="119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85" name="Text 1083"/>
          <p:cNvSpPr/>
          <p:nvPr/>
        </p:nvSpPr>
        <p:spPr>
          <a:xfrm>
            <a:off x="3941899" y="119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86" name="Text 1084"/>
          <p:cNvSpPr/>
          <p:nvPr/>
        </p:nvSpPr>
        <p:spPr>
          <a:xfrm>
            <a:off x="3941899" y="119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87" name="Text 1085"/>
          <p:cNvSpPr/>
          <p:nvPr/>
        </p:nvSpPr>
        <p:spPr>
          <a:xfrm>
            <a:off x="3941899" y="119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88" name="Text 1086"/>
          <p:cNvSpPr/>
          <p:nvPr/>
        </p:nvSpPr>
        <p:spPr>
          <a:xfrm>
            <a:off x="3941899" y="119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89" name="Text 1087"/>
          <p:cNvSpPr/>
          <p:nvPr/>
        </p:nvSpPr>
        <p:spPr>
          <a:xfrm>
            <a:off x="3941899" y="119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90" name="Text 1088"/>
          <p:cNvSpPr/>
          <p:nvPr/>
        </p:nvSpPr>
        <p:spPr>
          <a:xfrm>
            <a:off x="3941899" y="119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91" name="Text 1089"/>
          <p:cNvSpPr/>
          <p:nvPr/>
        </p:nvSpPr>
        <p:spPr>
          <a:xfrm>
            <a:off x="3941899" y="120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92" name="Text 1090"/>
          <p:cNvSpPr/>
          <p:nvPr/>
        </p:nvSpPr>
        <p:spPr>
          <a:xfrm>
            <a:off x="3941899" y="120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93" name="Text 1091"/>
          <p:cNvSpPr/>
          <p:nvPr/>
        </p:nvSpPr>
        <p:spPr>
          <a:xfrm>
            <a:off x="3941899" y="120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94" name="Text 1092"/>
          <p:cNvSpPr/>
          <p:nvPr/>
        </p:nvSpPr>
        <p:spPr>
          <a:xfrm>
            <a:off x="3941899" y="120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95" name="Text 1093"/>
          <p:cNvSpPr/>
          <p:nvPr/>
        </p:nvSpPr>
        <p:spPr>
          <a:xfrm>
            <a:off x="3941899" y="120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96" name="Text 1094"/>
          <p:cNvSpPr/>
          <p:nvPr/>
        </p:nvSpPr>
        <p:spPr>
          <a:xfrm>
            <a:off x="3941899" y="120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97" name="Text 1095"/>
          <p:cNvSpPr/>
          <p:nvPr/>
        </p:nvSpPr>
        <p:spPr>
          <a:xfrm>
            <a:off x="3941899" y="120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98" name="Text 1096"/>
          <p:cNvSpPr/>
          <p:nvPr/>
        </p:nvSpPr>
        <p:spPr>
          <a:xfrm>
            <a:off x="3941899" y="120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099" name="Text 1097"/>
          <p:cNvSpPr/>
          <p:nvPr/>
        </p:nvSpPr>
        <p:spPr>
          <a:xfrm>
            <a:off x="3941899" y="120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00" name="Text 1098"/>
          <p:cNvSpPr/>
          <p:nvPr/>
        </p:nvSpPr>
        <p:spPr>
          <a:xfrm>
            <a:off x="3941899" y="121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01" name="Text 1099"/>
          <p:cNvSpPr/>
          <p:nvPr/>
        </p:nvSpPr>
        <p:spPr>
          <a:xfrm>
            <a:off x="3941899" y="121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02" name="Text 1100"/>
          <p:cNvSpPr/>
          <p:nvPr/>
        </p:nvSpPr>
        <p:spPr>
          <a:xfrm>
            <a:off x="3941899" y="121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03" name="Text 1101"/>
          <p:cNvSpPr/>
          <p:nvPr/>
        </p:nvSpPr>
        <p:spPr>
          <a:xfrm>
            <a:off x="3941899" y="121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04" name="Text 1102"/>
          <p:cNvSpPr/>
          <p:nvPr/>
        </p:nvSpPr>
        <p:spPr>
          <a:xfrm>
            <a:off x="3941899" y="121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05" name="Text 1103"/>
          <p:cNvSpPr/>
          <p:nvPr/>
        </p:nvSpPr>
        <p:spPr>
          <a:xfrm>
            <a:off x="3941899" y="121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06" name="Text 1104"/>
          <p:cNvSpPr/>
          <p:nvPr/>
        </p:nvSpPr>
        <p:spPr>
          <a:xfrm>
            <a:off x="3941899" y="121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07" name="Text 1105"/>
          <p:cNvSpPr/>
          <p:nvPr/>
        </p:nvSpPr>
        <p:spPr>
          <a:xfrm>
            <a:off x="3941899" y="121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08" name="Text 1106"/>
          <p:cNvSpPr/>
          <p:nvPr/>
        </p:nvSpPr>
        <p:spPr>
          <a:xfrm>
            <a:off x="3941899" y="121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09" name="Text 1107"/>
          <p:cNvSpPr/>
          <p:nvPr/>
        </p:nvSpPr>
        <p:spPr>
          <a:xfrm>
            <a:off x="3941899" y="122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10" name="Text 1108"/>
          <p:cNvSpPr/>
          <p:nvPr/>
        </p:nvSpPr>
        <p:spPr>
          <a:xfrm>
            <a:off x="3941899" y="122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11" name="Text 1109"/>
          <p:cNvSpPr/>
          <p:nvPr/>
        </p:nvSpPr>
        <p:spPr>
          <a:xfrm>
            <a:off x="3941899" y="122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12" name="Text 1110"/>
          <p:cNvSpPr/>
          <p:nvPr/>
        </p:nvSpPr>
        <p:spPr>
          <a:xfrm>
            <a:off x="3941899" y="122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13" name="Text 1111"/>
          <p:cNvSpPr/>
          <p:nvPr/>
        </p:nvSpPr>
        <p:spPr>
          <a:xfrm>
            <a:off x="3941899" y="122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14" name="Text 1112"/>
          <p:cNvSpPr/>
          <p:nvPr/>
        </p:nvSpPr>
        <p:spPr>
          <a:xfrm>
            <a:off x="3941899" y="122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15" name="Text 1113"/>
          <p:cNvSpPr/>
          <p:nvPr/>
        </p:nvSpPr>
        <p:spPr>
          <a:xfrm>
            <a:off x="3941899" y="122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16" name="Text 1114"/>
          <p:cNvSpPr/>
          <p:nvPr/>
        </p:nvSpPr>
        <p:spPr>
          <a:xfrm>
            <a:off x="3941899" y="122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17" name="Text 1115"/>
          <p:cNvSpPr/>
          <p:nvPr/>
        </p:nvSpPr>
        <p:spPr>
          <a:xfrm>
            <a:off x="3941899" y="122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18" name="Text 1116"/>
          <p:cNvSpPr/>
          <p:nvPr/>
        </p:nvSpPr>
        <p:spPr>
          <a:xfrm>
            <a:off x="3941899" y="122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19" name="Text 1117"/>
          <p:cNvSpPr/>
          <p:nvPr/>
        </p:nvSpPr>
        <p:spPr>
          <a:xfrm>
            <a:off x="3941899" y="123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20" name="Text 1118"/>
          <p:cNvSpPr/>
          <p:nvPr/>
        </p:nvSpPr>
        <p:spPr>
          <a:xfrm>
            <a:off x="3941899" y="123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21" name="Text 1119"/>
          <p:cNvSpPr/>
          <p:nvPr/>
        </p:nvSpPr>
        <p:spPr>
          <a:xfrm>
            <a:off x="3941899" y="123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22" name="Text 1120"/>
          <p:cNvSpPr/>
          <p:nvPr/>
        </p:nvSpPr>
        <p:spPr>
          <a:xfrm>
            <a:off x="3941899" y="123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23" name="Text 1121"/>
          <p:cNvSpPr/>
          <p:nvPr/>
        </p:nvSpPr>
        <p:spPr>
          <a:xfrm>
            <a:off x="3941899" y="123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24" name="Text 1122"/>
          <p:cNvSpPr/>
          <p:nvPr/>
        </p:nvSpPr>
        <p:spPr>
          <a:xfrm>
            <a:off x="3941899" y="123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25" name="Text 1123"/>
          <p:cNvSpPr/>
          <p:nvPr/>
        </p:nvSpPr>
        <p:spPr>
          <a:xfrm>
            <a:off x="3941899" y="123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26" name="Text 1124"/>
          <p:cNvSpPr/>
          <p:nvPr/>
        </p:nvSpPr>
        <p:spPr>
          <a:xfrm>
            <a:off x="3941899" y="123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27" name="Text 1125"/>
          <p:cNvSpPr/>
          <p:nvPr/>
        </p:nvSpPr>
        <p:spPr>
          <a:xfrm>
            <a:off x="3941899" y="123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28" name="Text 1126"/>
          <p:cNvSpPr/>
          <p:nvPr/>
        </p:nvSpPr>
        <p:spPr>
          <a:xfrm>
            <a:off x="3941899" y="124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29" name="Text 1127"/>
          <p:cNvSpPr/>
          <p:nvPr/>
        </p:nvSpPr>
        <p:spPr>
          <a:xfrm>
            <a:off x="3941899" y="124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30" name="Text 1128"/>
          <p:cNvSpPr/>
          <p:nvPr/>
        </p:nvSpPr>
        <p:spPr>
          <a:xfrm>
            <a:off x="3941899" y="124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31" name="Text 1129"/>
          <p:cNvSpPr/>
          <p:nvPr/>
        </p:nvSpPr>
        <p:spPr>
          <a:xfrm>
            <a:off x="3941899" y="124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32" name="Text 1130"/>
          <p:cNvSpPr/>
          <p:nvPr/>
        </p:nvSpPr>
        <p:spPr>
          <a:xfrm>
            <a:off x="3941899" y="124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33" name="Text 1131"/>
          <p:cNvSpPr/>
          <p:nvPr/>
        </p:nvSpPr>
        <p:spPr>
          <a:xfrm>
            <a:off x="3941899" y="124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34" name="Text 1132"/>
          <p:cNvSpPr/>
          <p:nvPr/>
        </p:nvSpPr>
        <p:spPr>
          <a:xfrm>
            <a:off x="3941899" y="124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35" name="Text 1133"/>
          <p:cNvSpPr/>
          <p:nvPr/>
        </p:nvSpPr>
        <p:spPr>
          <a:xfrm>
            <a:off x="3941899" y="124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36" name="Text 1134"/>
          <p:cNvSpPr/>
          <p:nvPr/>
        </p:nvSpPr>
        <p:spPr>
          <a:xfrm>
            <a:off x="3941899" y="124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37" name="Text 1135"/>
          <p:cNvSpPr/>
          <p:nvPr/>
        </p:nvSpPr>
        <p:spPr>
          <a:xfrm>
            <a:off x="3941899" y="125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38" name="Text 1136"/>
          <p:cNvSpPr/>
          <p:nvPr/>
        </p:nvSpPr>
        <p:spPr>
          <a:xfrm>
            <a:off x="3941899" y="125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39" name="Text 1137"/>
          <p:cNvSpPr/>
          <p:nvPr/>
        </p:nvSpPr>
        <p:spPr>
          <a:xfrm>
            <a:off x="3941899" y="125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40" name="Text 1138"/>
          <p:cNvSpPr/>
          <p:nvPr/>
        </p:nvSpPr>
        <p:spPr>
          <a:xfrm>
            <a:off x="3941899" y="125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41" name="Text 1139"/>
          <p:cNvSpPr/>
          <p:nvPr/>
        </p:nvSpPr>
        <p:spPr>
          <a:xfrm>
            <a:off x="3941899" y="125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42" name="Text 1140"/>
          <p:cNvSpPr/>
          <p:nvPr/>
        </p:nvSpPr>
        <p:spPr>
          <a:xfrm>
            <a:off x="3941899" y="125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43" name="Text 1141"/>
          <p:cNvSpPr/>
          <p:nvPr/>
        </p:nvSpPr>
        <p:spPr>
          <a:xfrm>
            <a:off x="3941899" y="125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44" name="Text 1142"/>
          <p:cNvSpPr/>
          <p:nvPr/>
        </p:nvSpPr>
        <p:spPr>
          <a:xfrm>
            <a:off x="3941899" y="125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45" name="Text 1143"/>
          <p:cNvSpPr/>
          <p:nvPr/>
        </p:nvSpPr>
        <p:spPr>
          <a:xfrm>
            <a:off x="3941899" y="125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46" name="Text 1144"/>
          <p:cNvSpPr/>
          <p:nvPr/>
        </p:nvSpPr>
        <p:spPr>
          <a:xfrm>
            <a:off x="3941899" y="126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47" name="Text 1145"/>
          <p:cNvSpPr/>
          <p:nvPr/>
        </p:nvSpPr>
        <p:spPr>
          <a:xfrm>
            <a:off x="3941899" y="126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48" name="Text 1146"/>
          <p:cNvSpPr/>
          <p:nvPr/>
        </p:nvSpPr>
        <p:spPr>
          <a:xfrm>
            <a:off x="3941899" y="126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49" name="Text 1147"/>
          <p:cNvSpPr/>
          <p:nvPr/>
        </p:nvSpPr>
        <p:spPr>
          <a:xfrm>
            <a:off x="3941899" y="126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50" name="Text 1148"/>
          <p:cNvSpPr/>
          <p:nvPr/>
        </p:nvSpPr>
        <p:spPr>
          <a:xfrm>
            <a:off x="3941899" y="126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51" name="Text 1149"/>
          <p:cNvSpPr/>
          <p:nvPr/>
        </p:nvSpPr>
        <p:spPr>
          <a:xfrm>
            <a:off x="3941899" y="126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52" name="Text 1150"/>
          <p:cNvSpPr/>
          <p:nvPr/>
        </p:nvSpPr>
        <p:spPr>
          <a:xfrm>
            <a:off x="3941899" y="126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53" name="Text 1151"/>
          <p:cNvSpPr/>
          <p:nvPr/>
        </p:nvSpPr>
        <p:spPr>
          <a:xfrm>
            <a:off x="3941899" y="126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54" name="Text 1152"/>
          <p:cNvSpPr/>
          <p:nvPr/>
        </p:nvSpPr>
        <p:spPr>
          <a:xfrm>
            <a:off x="3941899" y="126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55" name="Text 1153"/>
          <p:cNvSpPr/>
          <p:nvPr/>
        </p:nvSpPr>
        <p:spPr>
          <a:xfrm>
            <a:off x="3941899" y="127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56" name="Text 1154"/>
          <p:cNvSpPr/>
          <p:nvPr/>
        </p:nvSpPr>
        <p:spPr>
          <a:xfrm>
            <a:off x="3941899" y="127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57" name="Text 1155"/>
          <p:cNvSpPr/>
          <p:nvPr/>
        </p:nvSpPr>
        <p:spPr>
          <a:xfrm>
            <a:off x="3941899" y="127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58" name="Text 1156"/>
          <p:cNvSpPr/>
          <p:nvPr/>
        </p:nvSpPr>
        <p:spPr>
          <a:xfrm>
            <a:off x="3941899" y="127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59" name="Text 1157"/>
          <p:cNvSpPr/>
          <p:nvPr/>
        </p:nvSpPr>
        <p:spPr>
          <a:xfrm>
            <a:off x="3941899" y="127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60" name="Text 1158"/>
          <p:cNvSpPr/>
          <p:nvPr/>
        </p:nvSpPr>
        <p:spPr>
          <a:xfrm>
            <a:off x="3941899" y="127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61" name="Text 1159"/>
          <p:cNvSpPr/>
          <p:nvPr/>
        </p:nvSpPr>
        <p:spPr>
          <a:xfrm>
            <a:off x="3941899" y="127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62" name="Text 1160"/>
          <p:cNvSpPr/>
          <p:nvPr/>
        </p:nvSpPr>
        <p:spPr>
          <a:xfrm>
            <a:off x="3941899" y="127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63" name="Text 1161"/>
          <p:cNvSpPr/>
          <p:nvPr/>
        </p:nvSpPr>
        <p:spPr>
          <a:xfrm>
            <a:off x="3941899" y="127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64" name="Text 1162"/>
          <p:cNvSpPr/>
          <p:nvPr/>
        </p:nvSpPr>
        <p:spPr>
          <a:xfrm>
            <a:off x="3941899" y="128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65" name="Text 1163"/>
          <p:cNvSpPr/>
          <p:nvPr/>
        </p:nvSpPr>
        <p:spPr>
          <a:xfrm>
            <a:off x="3941899" y="128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66" name="Text 1164"/>
          <p:cNvSpPr/>
          <p:nvPr/>
        </p:nvSpPr>
        <p:spPr>
          <a:xfrm>
            <a:off x="3941899" y="128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67" name="Text 1165"/>
          <p:cNvSpPr/>
          <p:nvPr/>
        </p:nvSpPr>
        <p:spPr>
          <a:xfrm>
            <a:off x="3941899" y="128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68" name="Text 1166"/>
          <p:cNvSpPr/>
          <p:nvPr/>
        </p:nvSpPr>
        <p:spPr>
          <a:xfrm>
            <a:off x="3941899" y="128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69" name="Text 1167"/>
          <p:cNvSpPr/>
          <p:nvPr/>
        </p:nvSpPr>
        <p:spPr>
          <a:xfrm>
            <a:off x="3941899" y="128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70" name="Text 1168"/>
          <p:cNvSpPr/>
          <p:nvPr/>
        </p:nvSpPr>
        <p:spPr>
          <a:xfrm>
            <a:off x="3941899" y="128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71" name="Text 1169"/>
          <p:cNvSpPr/>
          <p:nvPr/>
        </p:nvSpPr>
        <p:spPr>
          <a:xfrm>
            <a:off x="3941899" y="128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72" name="Text 1170"/>
          <p:cNvSpPr/>
          <p:nvPr/>
        </p:nvSpPr>
        <p:spPr>
          <a:xfrm>
            <a:off x="3941899" y="128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73" name="Text 1171"/>
          <p:cNvSpPr/>
          <p:nvPr/>
        </p:nvSpPr>
        <p:spPr>
          <a:xfrm>
            <a:off x="3941899" y="129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74" name="Text 1172"/>
          <p:cNvSpPr/>
          <p:nvPr/>
        </p:nvSpPr>
        <p:spPr>
          <a:xfrm>
            <a:off x="3941899" y="129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75" name="Text 1173"/>
          <p:cNvSpPr/>
          <p:nvPr/>
        </p:nvSpPr>
        <p:spPr>
          <a:xfrm>
            <a:off x="3941899" y="129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76" name="Text 1174"/>
          <p:cNvSpPr/>
          <p:nvPr/>
        </p:nvSpPr>
        <p:spPr>
          <a:xfrm>
            <a:off x="3941899" y="129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77" name="Text 1175"/>
          <p:cNvSpPr/>
          <p:nvPr/>
        </p:nvSpPr>
        <p:spPr>
          <a:xfrm>
            <a:off x="3941899" y="129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78" name="Text 1176"/>
          <p:cNvSpPr/>
          <p:nvPr/>
        </p:nvSpPr>
        <p:spPr>
          <a:xfrm>
            <a:off x="3941899" y="129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79" name="Text 1177"/>
          <p:cNvSpPr/>
          <p:nvPr/>
        </p:nvSpPr>
        <p:spPr>
          <a:xfrm>
            <a:off x="3941899" y="129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80" name="Text 1178"/>
          <p:cNvSpPr/>
          <p:nvPr/>
        </p:nvSpPr>
        <p:spPr>
          <a:xfrm>
            <a:off x="3941899" y="129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81" name="Text 1179"/>
          <p:cNvSpPr/>
          <p:nvPr/>
        </p:nvSpPr>
        <p:spPr>
          <a:xfrm>
            <a:off x="3941899" y="129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82" name="Text 1180"/>
          <p:cNvSpPr/>
          <p:nvPr/>
        </p:nvSpPr>
        <p:spPr>
          <a:xfrm>
            <a:off x="3941899" y="129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83" name="Text 1181"/>
          <p:cNvSpPr/>
          <p:nvPr/>
        </p:nvSpPr>
        <p:spPr>
          <a:xfrm>
            <a:off x="3941899" y="130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84" name="Text 1182"/>
          <p:cNvSpPr/>
          <p:nvPr/>
        </p:nvSpPr>
        <p:spPr>
          <a:xfrm>
            <a:off x="3941899" y="130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85" name="Text 1183"/>
          <p:cNvSpPr/>
          <p:nvPr/>
        </p:nvSpPr>
        <p:spPr>
          <a:xfrm>
            <a:off x="3941899" y="130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86" name="Text 1184"/>
          <p:cNvSpPr/>
          <p:nvPr/>
        </p:nvSpPr>
        <p:spPr>
          <a:xfrm>
            <a:off x="3941899" y="130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87" name="Text 1185"/>
          <p:cNvSpPr/>
          <p:nvPr/>
        </p:nvSpPr>
        <p:spPr>
          <a:xfrm>
            <a:off x="3941899" y="130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88" name="Text 1186"/>
          <p:cNvSpPr/>
          <p:nvPr/>
        </p:nvSpPr>
        <p:spPr>
          <a:xfrm>
            <a:off x="3941899" y="130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89" name="Text 1187"/>
          <p:cNvSpPr/>
          <p:nvPr/>
        </p:nvSpPr>
        <p:spPr>
          <a:xfrm>
            <a:off x="3941899" y="130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90" name="Text 1188"/>
          <p:cNvSpPr/>
          <p:nvPr/>
        </p:nvSpPr>
        <p:spPr>
          <a:xfrm>
            <a:off x="3941899" y="130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91" name="Text 1189"/>
          <p:cNvSpPr/>
          <p:nvPr/>
        </p:nvSpPr>
        <p:spPr>
          <a:xfrm>
            <a:off x="3941899" y="130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92" name="Text 1190"/>
          <p:cNvSpPr/>
          <p:nvPr/>
        </p:nvSpPr>
        <p:spPr>
          <a:xfrm>
            <a:off x="3941899" y="131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93" name="Text 1191"/>
          <p:cNvSpPr/>
          <p:nvPr/>
        </p:nvSpPr>
        <p:spPr>
          <a:xfrm>
            <a:off x="3941899" y="131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94" name="Text 1192"/>
          <p:cNvSpPr/>
          <p:nvPr/>
        </p:nvSpPr>
        <p:spPr>
          <a:xfrm>
            <a:off x="3941899" y="131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95" name="Text 1193"/>
          <p:cNvSpPr/>
          <p:nvPr/>
        </p:nvSpPr>
        <p:spPr>
          <a:xfrm>
            <a:off x="3941899" y="131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96" name="Text 1194"/>
          <p:cNvSpPr/>
          <p:nvPr/>
        </p:nvSpPr>
        <p:spPr>
          <a:xfrm>
            <a:off x="3941899" y="131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97" name="Text 1195"/>
          <p:cNvSpPr/>
          <p:nvPr/>
        </p:nvSpPr>
        <p:spPr>
          <a:xfrm>
            <a:off x="3941899" y="131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98" name="Text 1196"/>
          <p:cNvSpPr/>
          <p:nvPr/>
        </p:nvSpPr>
        <p:spPr>
          <a:xfrm>
            <a:off x="3941899" y="131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199" name="Text 1197"/>
          <p:cNvSpPr/>
          <p:nvPr/>
        </p:nvSpPr>
        <p:spPr>
          <a:xfrm>
            <a:off x="3941899" y="131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00" name="Text 1198"/>
          <p:cNvSpPr/>
          <p:nvPr/>
        </p:nvSpPr>
        <p:spPr>
          <a:xfrm>
            <a:off x="3941899" y="131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01" name="Text 1199"/>
          <p:cNvSpPr/>
          <p:nvPr/>
        </p:nvSpPr>
        <p:spPr>
          <a:xfrm>
            <a:off x="3941899" y="132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02" name="Text 1200"/>
          <p:cNvSpPr/>
          <p:nvPr/>
        </p:nvSpPr>
        <p:spPr>
          <a:xfrm>
            <a:off x="3941899" y="132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03" name="Text 1201"/>
          <p:cNvSpPr/>
          <p:nvPr/>
        </p:nvSpPr>
        <p:spPr>
          <a:xfrm>
            <a:off x="3941899" y="132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04" name="Text 1202"/>
          <p:cNvSpPr/>
          <p:nvPr/>
        </p:nvSpPr>
        <p:spPr>
          <a:xfrm>
            <a:off x="3941899" y="132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05" name="Text 1203"/>
          <p:cNvSpPr/>
          <p:nvPr/>
        </p:nvSpPr>
        <p:spPr>
          <a:xfrm>
            <a:off x="3941899" y="132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06" name="Text 1204"/>
          <p:cNvSpPr/>
          <p:nvPr/>
        </p:nvSpPr>
        <p:spPr>
          <a:xfrm>
            <a:off x="3941899" y="132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07" name="Text 1205"/>
          <p:cNvSpPr/>
          <p:nvPr/>
        </p:nvSpPr>
        <p:spPr>
          <a:xfrm>
            <a:off x="3941899" y="132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08" name="Text 1206"/>
          <p:cNvSpPr/>
          <p:nvPr/>
        </p:nvSpPr>
        <p:spPr>
          <a:xfrm>
            <a:off x="3941899" y="132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09" name="Text 1207"/>
          <p:cNvSpPr/>
          <p:nvPr/>
        </p:nvSpPr>
        <p:spPr>
          <a:xfrm>
            <a:off x="3941899" y="132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10" name="Text 1208"/>
          <p:cNvSpPr/>
          <p:nvPr/>
        </p:nvSpPr>
        <p:spPr>
          <a:xfrm>
            <a:off x="3941899" y="133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11" name="Text 1209"/>
          <p:cNvSpPr/>
          <p:nvPr/>
        </p:nvSpPr>
        <p:spPr>
          <a:xfrm>
            <a:off x="3941899" y="133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12" name="Text 1210"/>
          <p:cNvSpPr/>
          <p:nvPr/>
        </p:nvSpPr>
        <p:spPr>
          <a:xfrm>
            <a:off x="3941899" y="133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13" name="Text 1211"/>
          <p:cNvSpPr/>
          <p:nvPr/>
        </p:nvSpPr>
        <p:spPr>
          <a:xfrm>
            <a:off x="3941899" y="133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14" name="Text 1212"/>
          <p:cNvSpPr/>
          <p:nvPr/>
        </p:nvSpPr>
        <p:spPr>
          <a:xfrm>
            <a:off x="3941899" y="133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15" name="Text 1213"/>
          <p:cNvSpPr/>
          <p:nvPr/>
        </p:nvSpPr>
        <p:spPr>
          <a:xfrm>
            <a:off x="3941899" y="133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16" name="Text 1214"/>
          <p:cNvSpPr/>
          <p:nvPr/>
        </p:nvSpPr>
        <p:spPr>
          <a:xfrm>
            <a:off x="3941899" y="133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17" name="Text 1215"/>
          <p:cNvSpPr/>
          <p:nvPr/>
        </p:nvSpPr>
        <p:spPr>
          <a:xfrm>
            <a:off x="3941899" y="133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18" name="Text 1216"/>
          <p:cNvSpPr/>
          <p:nvPr/>
        </p:nvSpPr>
        <p:spPr>
          <a:xfrm>
            <a:off x="3941899" y="133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19" name="Text 1217"/>
          <p:cNvSpPr/>
          <p:nvPr/>
        </p:nvSpPr>
        <p:spPr>
          <a:xfrm>
            <a:off x="3941899" y="134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20" name="Text 1218"/>
          <p:cNvSpPr/>
          <p:nvPr/>
        </p:nvSpPr>
        <p:spPr>
          <a:xfrm>
            <a:off x="3941899" y="134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21" name="Text 1219"/>
          <p:cNvSpPr/>
          <p:nvPr/>
        </p:nvSpPr>
        <p:spPr>
          <a:xfrm>
            <a:off x="3941899" y="134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22" name="Text 1220"/>
          <p:cNvSpPr/>
          <p:nvPr/>
        </p:nvSpPr>
        <p:spPr>
          <a:xfrm>
            <a:off x="3941899" y="134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23" name="Text 1221"/>
          <p:cNvSpPr/>
          <p:nvPr/>
        </p:nvSpPr>
        <p:spPr>
          <a:xfrm>
            <a:off x="3941899" y="134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24" name="Text 1222"/>
          <p:cNvSpPr/>
          <p:nvPr/>
        </p:nvSpPr>
        <p:spPr>
          <a:xfrm>
            <a:off x="3941899" y="134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25" name="Text 1223"/>
          <p:cNvSpPr/>
          <p:nvPr/>
        </p:nvSpPr>
        <p:spPr>
          <a:xfrm>
            <a:off x="3941899" y="134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26" name="Text 1224"/>
          <p:cNvSpPr/>
          <p:nvPr/>
        </p:nvSpPr>
        <p:spPr>
          <a:xfrm>
            <a:off x="3941899" y="134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27" name="Text 1225"/>
          <p:cNvSpPr/>
          <p:nvPr/>
        </p:nvSpPr>
        <p:spPr>
          <a:xfrm>
            <a:off x="3941899" y="134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28" name="Text 1226"/>
          <p:cNvSpPr/>
          <p:nvPr/>
        </p:nvSpPr>
        <p:spPr>
          <a:xfrm>
            <a:off x="3941899" y="135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29" name="Text 1227"/>
          <p:cNvSpPr/>
          <p:nvPr/>
        </p:nvSpPr>
        <p:spPr>
          <a:xfrm>
            <a:off x="3941899" y="135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30" name="Text 1228"/>
          <p:cNvSpPr/>
          <p:nvPr/>
        </p:nvSpPr>
        <p:spPr>
          <a:xfrm>
            <a:off x="3941899" y="135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31" name="Text 1229"/>
          <p:cNvSpPr/>
          <p:nvPr/>
        </p:nvSpPr>
        <p:spPr>
          <a:xfrm>
            <a:off x="3941899" y="135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32" name="Text 1230"/>
          <p:cNvSpPr/>
          <p:nvPr/>
        </p:nvSpPr>
        <p:spPr>
          <a:xfrm>
            <a:off x="3941899" y="135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33" name="Text 1231"/>
          <p:cNvSpPr/>
          <p:nvPr/>
        </p:nvSpPr>
        <p:spPr>
          <a:xfrm>
            <a:off x="3941899" y="135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34" name="Text 1232"/>
          <p:cNvSpPr/>
          <p:nvPr/>
        </p:nvSpPr>
        <p:spPr>
          <a:xfrm>
            <a:off x="3941899" y="135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35" name="Text 1233"/>
          <p:cNvSpPr/>
          <p:nvPr/>
        </p:nvSpPr>
        <p:spPr>
          <a:xfrm>
            <a:off x="3941899" y="135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36" name="Text 1234"/>
          <p:cNvSpPr/>
          <p:nvPr/>
        </p:nvSpPr>
        <p:spPr>
          <a:xfrm>
            <a:off x="3941899" y="135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37" name="Text 1235"/>
          <p:cNvSpPr/>
          <p:nvPr/>
        </p:nvSpPr>
        <p:spPr>
          <a:xfrm>
            <a:off x="3941899" y="136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38" name="Text 1236"/>
          <p:cNvSpPr/>
          <p:nvPr/>
        </p:nvSpPr>
        <p:spPr>
          <a:xfrm>
            <a:off x="3941899" y="136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39" name="Text 1237"/>
          <p:cNvSpPr/>
          <p:nvPr/>
        </p:nvSpPr>
        <p:spPr>
          <a:xfrm>
            <a:off x="3941899" y="136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40" name="Text 1238"/>
          <p:cNvSpPr/>
          <p:nvPr/>
        </p:nvSpPr>
        <p:spPr>
          <a:xfrm>
            <a:off x="3941899" y="136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41" name="Text 1239"/>
          <p:cNvSpPr/>
          <p:nvPr/>
        </p:nvSpPr>
        <p:spPr>
          <a:xfrm>
            <a:off x="3941899" y="136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42" name="Text 1240"/>
          <p:cNvSpPr/>
          <p:nvPr/>
        </p:nvSpPr>
        <p:spPr>
          <a:xfrm>
            <a:off x="3941899" y="136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43" name="Text 1241"/>
          <p:cNvSpPr/>
          <p:nvPr/>
        </p:nvSpPr>
        <p:spPr>
          <a:xfrm>
            <a:off x="3941899" y="136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44" name="Text 1242"/>
          <p:cNvSpPr/>
          <p:nvPr/>
        </p:nvSpPr>
        <p:spPr>
          <a:xfrm>
            <a:off x="3941899" y="136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45" name="Text 1243"/>
          <p:cNvSpPr/>
          <p:nvPr/>
        </p:nvSpPr>
        <p:spPr>
          <a:xfrm>
            <a:off x="3941899" y="136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46" name="Text 1244"/>
          <p:cNvSpPr/>
          <p:nvPr/>
        </p:nvSpPr>
        <p:spPr>
          <a:xfrm>
            <a:off x="3941899" y="136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47" name="Text 1245"/>
          <p:cNvSpPr/>
          <p:nvPr/>
        </p:nvSpPr>
        <p:spPr>
          <a:xfrm>
            <a:off x="3941899" y="137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48" name="Text 1246"/>
          <p:cNvSpPr/>
          <p:nvPr/>
        </p:nvSpPr>
        <p:spPr>
          <a:xfrm>
            <a:off x="3941899" y="137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49" name="Text 1247"/>
          <p:cNvSpPr/>
          <p:nvPr/>
        </p:nvSpPr>
        <p:spPr>
          <a:xfrm>
            <a:off x="3941899" y="137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50" name="Text 1248"/>
          <p:cNvSpPr/>
          <p:nvPr/>
        </p:nvSpPr>
        <p:spPr>
          <a:xfrm>
            <a:off x="3941899" y="137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51" name="Text 1249"/>
          <p:cNvSpPr/>
          <p:nvPr/>
        </p:nvSpPr>
        <p:spPr>
          <a:xfrm>
            <a:off x="3941899" y="137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52" name="Text 1250"/>
          <p:cNvSpPr/>
          <p:nvPr/>
        </p:nvSpPr>
        <p:spPr>
          <a:xfrm>
            <a:off x="3941899" y="137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53" name="Text 1251"/>
          <p:cNvSpPr/>
          <p:nvPr/>
        </p:nvSpPr>
        <p:spPr>
          <a:xfrm>
            <a:off x="3941899" y="137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54" name="Text 1252"/>
          <p:cNvSpPr/>
          <p:nvPr/>
        </p:nvSpPr>
        <p:spPr>
          <a:xfrm>
            <a:off x="3941899" y="137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55" name="Text 1253"/>
          <p:cNvSpPr/>
          <p:nvPr/>
        </p:nvSpPr>
        <p:spPr>
          <a:xfrm>
            <a:off x="3941899" y="137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56" name="Text 1254"/>
          <p:cNvSpPr/>
          <p:nvPr/>
        </p:nvSpPr>
        <p:spPr>
          <a:xfrm>
            <a:off x="3941899" y="138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57" name="Text 1255"/>
          <p:cNvSpPr/>
          <p:nvPr/>
        </p:nvSpPr>
        <p:spPr>
          <a:xfrm>
            <a:off x="3941899" y="138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58" name="Text 1256"/>
          <p:cNvSpPr/>
          <p:nvPr/>
        </p:nvSpPr>
        <p:spPr>
          <a:xfrm>
            <a:off x="3941899" y="138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59" name="Text 1257"/>
          <p:cNvSpPr/>
          <p:nvPr/>
        </p:nvSpPr>
        <p:spPr>
          <a:xfrm>
            <a:off x="3941899" y="138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60" name="Text 1258"/>
          <p:cNvSpPr/>
          <p:nvPr/>
        </p:nvSpPr>
        <p:spPr>
          <a:xfrm>
            <a:off x="3941899" y="138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61" name="Text 1259"/>
          <p:cNvSpPr/>
          <p:nvPr/>
        </p:nvSpPr>
        <p:spPr>
          <a:xfrm>
            <a:off x="3941899" y="138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62" name="Text 1260"/>
          <p:cNvSpPr/>
          <p:nvPr/>
        </p:nvSpPr>
        <p:spPr>
          <a:xfrm>
            <a:off x="3941899" y="138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63" name="Text 1261"/>
          <p:cNvSpPr/>
          <p:nvPr/>
        </p:nvSpPr>
        <p:spPr>
          <a:xfrm>
            <a:off x="3941899" y="138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64" name="Text 1262"/>
          <p:cNvSpPr/>
          <p:nvPr/>
        </p:nvSpPr>
        <p:spPr>
          <a:xfrm>
            <a:off x="3941899" y="138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65" name="Text 1263"/>
          <p:cNvSpPr/>
          <p:nvPr/>
        </p:nvSpPr>
        <p:spPr>
          <a:xfrm>
            <a:off x="3941899" y="139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66" name="Text 1264"/>
          <p:cNvSpPr/>
          <p:nvPr/>
        </p:nvSpPr>
        <p:spPr>
          <a:xfrm>
            <a:off x="3941899" y="139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67" name="Text 1265"/>
          <p:cNvSpPr/>
          <p:nvPr/>
        </p:nvSpPr>
        <p:spPr>
          <a:xfrm>
            <a:off x="3941899" y="139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68" name="Text 1266"/>
          <p:cNvSpPr/>
          <p:nvPr/>
        </p:nvSpPr>
        <p:spPr>
          <a:xfrm>
            <a:off x="3941899" y="139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69" name="Text 1267"/>
          <p:cNvSpPr/>
          <p:nvPr/>
        </p:nvSpPr>
        <p:spPr>
          <a:xfrm>
            <a:off x="3941899" y="139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70" name="Text 1268"/>
          <p:cNvSpPr/>
          <p:nvPr/>
        </p:nvSpPr>
        <p:spPr>
          <a:xfrm>
            <a:off x="3941899" y="139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71" name="Text 1269"/>
          <p:cNvSpPr/>
          <p:nvPr/>
        </p:nvSpPr>
        <p:spPr>
          <a:xfrm>
            <a:off x="3941899" y="139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72" name="Text 1270"/>
          <p:cNvSpPr/>
          <p:nvPr/>
        </p:nvSpPr>
        <p:spPr>
          <a:xfrm>
            <a:off x="3941899" y="139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73" name="Text 1271"/>
          <p:cNvSpPr/>
          <p:nvPr/>
        </p:nvSpPr>
        <p:spPr>
          <a:xfrm>
            <a:off x="3941899" y="139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74" name="Text 1272"/>
          <p:cNvSpPr/>
          <p:nvPr/>
        </p:nvSpPr>
        <p:spPr>
          <a:xfrm>
            <a:off x="3941899" y="140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75" name="Text 1273"/>
          <p:cNvSpPr/>
          <p:nvPr/>
        </p:nvSpPr>
        <p:spPr>
          <a:xfrm>
            <a:off x="3941899" y="140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76" name="Text 1274"/>
          <p:cNvSpPr/>
          <p:nvPr/>
        </p:nvSpPr>
        <p:spPr>
          <a:xfrm>
            <a:off x="3941899" y="140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77" name="Text 1275"/>
          <p:cNvSpPr/>
          <p:nvPr/>
        </p:nvSpPr>
        <p:spPr>
          <a:xfrm>
            <a:off x="3941899" y="140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78" name="Text 1276"/>
          <p:cNvSpPr/>
          <p:nvPr/>
        </p:nvSpPr>
        <p:spPr>
          <a:xfrm>
            <a:off x="3941899" y="140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79" name="Text 1277"/>
          <p:cNvSpPr/>
          <p:nvPr/>
        </p:nvSpPr>
        <p:spPr>
          <a:xfrm>
            <a:off x="3941899" y="140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80" name="Text 1278"/>
          <p:cNvSpPr/>
          <p:nvPr/>
        </p:nvSpPr>
        <p:spPr>
          <a:xfrm>
            <a:off x="3941899" y="140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81" name="Text 1279"/>
          <p:cNvSpPr/>
          <p:nvPr/>
        </p:nvSpPr>
        <p:spPr>
          <a:xfrm>
            <a:off x="3941899" y="140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82" name="Text 1280"/>
          <p:cNvSpPr/>
          <p:nvPr/>
        </p:nvSpPr>
        <p:spPr>
          <a:xfrm>
            <a:off x="3941899" y="140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83" name="Text 1281"/>
          <p:cNvSpPr/>
          <p:nvPr/>
        </p:nvSpPr>
        <p:spPr>
          <a:xfrm>
            <a:off x="3941899" y="141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84" name="Text 1282"/>
          <p:cNvSpPr/>
          <p:nvPr/>
        </p:nvSpPr>
        <p:spPr>
          <a:xfrm>
            <a:off x="3941899" y="141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85" name="Text 1283"/>
          <p:cNvSpPr/>
          <p:nvPr/>
        </p:nvSpPr>
        <p:spPr>
          <a:xfrm>
            <a:off x="3941899" y="141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86" name="Text 1284"/>
          <p:cNvSpPr/>
          <p:nvPr/>
        </p:nvSpPr>
        <p:spPr>
          <a:xfrm>
            <a:off x="3941899" y="141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87" name="Text 1285"/>
          <p:cNvSpPr/>
          <p:nvPr/>
        </p:nvSpPr>
        <p:spPr>
          <a:xfrm>
            <a:off x="3941899" y="141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88" name="Text 1286"/>
          <p:cNvSpPr/>
          <p:nvPr/>
        </p:nvSpPr>
        <p:spPr>
          <a:xfrm>
            <a:off x="3941899" y="141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89" name="Text 1287"/>
          <p:cNvSpPr/>
          <p:nvPr/>
        </p:nvSpPr>
        <p:spPr>
          <a:xfrm>
            <a:off x="3941899" y="141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90" name="Text 1288"/>
          <p:cNvSpPr/>
          <p:nvPr/>
        </p:nvSpPr>
        <p:spPr>
          <a:xfrm>
            <a:off x="3941899" y="141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91" name="Text 1289"/>
          <p:cNvSpPr/>
          <p:nvPr/>
        </p:nvSpPr>
        <p:spPr>
          <a:xfrm>
            <a:off x="3941899" y="141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92" name="Text 1290"/>
          <p:cNvSpPr/>
          <p:nvPr/>
        </p:nvSpPr>
        <p:spPr>
          <a:xfrm>
            <a:off x="3941899" y="142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93" name="Text 1291"/>
          <p:cNvSpPr/>
          <p:nvPr/>
        </p:nvSpPr>
        <p:spPr>
          <a:xfrm>
            <a:off x="3941899" y="142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94" name="Text 1292"/>
          <p:cNvSpPr/>
          <p:nvPr/>
        </p:nvSpPr>
        <p:spPr>
          <a:xfrm>
            <a:off x="3941899" y="142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95" name="Text 1293"/>
          <p:cNvSpPr/>
          <p:nvPr/>
        </p:nvSpPr>
        <p:spPr>
          <a:xfrm>
            <a:off x="3941899" y="142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96" name="Text 1294"/>
          <p:cNvSpPr/>
          <p:nvPr/>
        </p:nvSpPr>
        <p:spPr>
          <a:xfrm>
            <a:off x="3941899" y="142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97" name="Text 1295"/>
          <p:cNvSpPr/>
          <p:nvPr/>
        </p:nvSpPr>
        <p:spPr>
          <a:xfrm>
            <a:off x="3941899" y="142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98" name="Text 1296"/>
          <p:cNvSpPr/>
          <p:nvPr/>
        </p:nvSpPr>
        <p:spPr>
          <a:xfrm>
            <a:off x="3941899" y="142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299" name="Text 1297"/>
          <p:cNvSpPr/>
          <p:nvPr/>
        </p:nvSpPr>
        <p:spPr>
          <a:xfrm>
            <a:off x="3941899" y="142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00" name="Text 1298"/>
          <p:cNvSpPr/>
          <p:nvPr/>
        </p:nvSpPr>
        <p:spPr>
          <a:xfrm>
            <a:off x="3941899" y="142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01" name="Text 1299"/>
          <p:cNvSpPr/>
          <p:nvPr/>
        </p:nvSpPr>
        <p:spPr>
          <a:xfrm>
            <a:off x="3941899" y="143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02" name="Text 1300"/>
          <p:cNvSpPr/>
          <p:nvPr/>
        </p:nvSpPr>
        <p:spPr>
          <a:xfrm>
            <a:off x="3941899" y="143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03" name="Text 1301"/>
          <p:cNvSpPr/>
          <p:nvPr/>
        </p:nvSpPr>
        <p:spPr>
          <a:xfrm>
            <a:off x="3941899" y="143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04" name="Text 1302"/>
          <p:cNvSpPr/>
          <p:nvPr/>
        </p:nvSpPr>
        <p:spPr>
          <a:xfrm>
            <a:off x="3941899" y="143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05" name="Text 1303"/>
          <p:cNvSpPr/>
          <p:nvPr/>
        </p:nvSpPr>
        <p:spPr>
          <a:xfrm>
            <a:off x="3941899" y="143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06" name="Text 1304"/>
          <p:cNvSpPr/>
          <p:nvPr/>
        </p:nvSpPr>
        <p:spPr>
          <a:xfrm>
            <a:off x="3941899" y="143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07" name="Text 1305"/>
          <p:cNvSpPr/>
          <p:nvPr/>
        </p:nvSpPr>
        <p:spPr>
          <a:xfrm>
            <a:off x="3941899" y="143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08" name="Text 1306"/>
          <p:cNvSpPr/>
          <p:nvPr/>
        </p:nvSpPr>
        <p:spPr>
          <a:xfrm>
            <a:off x="3941899" y="143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09" name="Text 1307"/>
          <p:cNvSpPr/>
          <p:nvPr/>
        </p:nvSpPr>
        <p:spPr>
          <a:xfrm>
            <a:off x="3941899" y="143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10" name="Text 1308"/>
          <p:cNvSpPr/>
          <p:nvPr/>
        </p:nvSpPr>
        <p:spPr>
          <a:xfrm>
            <a:off x="3941899" y="143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11" name="Text 1309"/>
          <p:cNvSpPr/>
          <p:nvPr/>
        </p:nvSpPr>
        <p:spPr>
          <a:xfrm>
            <a:off x="3941899" y="144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12" name="Text 1310"/>
          <p:cNvSpPr/>
          <p:nvPr/>
        </p:nvSpPr>
        <p:spPr>
          <a:xfrm>
            <a:off x="3941899" y="144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13" name="Text 1311"/>
          <p:cNvSpPr/>
          <p:nvPr/>
        </p:nvSpPr>
        <p:spPr>
          <a:xfrm>
            <a:off x="3941899" y="144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14" name="Text 1312"/>
          <p:cNvSpPr/>
          <p:nvPr/>
        </p:nvSpPr>
        <p:spPr>
          <a:xfrm>
            <a:off x="3941899" y="144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15" name="Text 1313"/>
          <p:cNvSpPr/>
          <p:nvPr/>
        </p:nvSpPr>
        <p:spPr>
          <a:xfrm>
            <a:off x="3941899" y="144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16" name="Text 1314"/>
          <p:cNvSpPr/>
          <p:nvPr/>
        </p:nvSpPr>
        <p:spPr>
          <a:xfrm>
            <a:off x="3941899" y="144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17" name="Text 1315"/>
          <p:cNvSpPr/>
          <p:nvPr/>
        </p:nvSpPr>
        <p:spPr>
          <a:xfrm>
            <a:off x="3941899" y="144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18" name="Text 1316"/>
          <p:cNvSpPr/>
          <p:nvPr/>
        </p:nvSpPr>
        <p:spPr>
          <a:xfrm>
            <a:off x="3941899" y="144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19" name="Text 1317"/>
          <p:cNvSpPr/>
          <p:nvPr/>
        </p:nvSpPr>
        <p:spPr>
          <a:xfrm>
            <a:off x="3941899" y="144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20" name="Text 1318"/>
          <p:cNvSpPr/>
          <p:nvPr/>
        </p:nvSpPr>
        <p:spPr>
          <a:xfrm>
            <a:off x="3941899" y="145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21" name="Text 1319"/>
          <p:cNvSpPr/>
          <p:nvPr/>
        </p:nvSpPr>
        <p:spPr>
          <a:xfrm>
            <a:off x="3941899" y="145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22" name="Text 1320"/>
          <p:cNvSpPr/>
          <p:nvPr/>
        </p:nvSpPr>
        <p:spPr>
          <a:xfrm>
            <a:off x="3941899" y="145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23" name="Text 1321"/>
          <p:cNvSpPr/>
          <p:nvPr/>
        </p:nvSpPr>
        <p:spPr>
          <a:xfrm>
            <a:off x="3941899" y="145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24" name="Text 1322"/>
          <p:cNvSpPr/>
          <p:nvPr/>
        </p:nvSpPr>
        <p:spPr>
          <a:xfrm>
            <a:off x="3941899" y="145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25" name="Text 1323"/>
          <p:cNvSpPr/>
          <p:nvPr/>
        </p:nvSpPr>
        <p:spPr>
          <a:xfrm>
            <a:off x="3941899" y="145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26" name="Text 1324"/>
          <p:cNvSpPr/>
          <p:nvPr/>
        </p:nvSpPr>
        <p:spPr>
          <a:xfrm>
            <a:off x="3941899" y="145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27" name="Text 1325"/>
          <p:cNvSpPr/>
          <p:nvPr/>
        </p:nvSpPr>
        <p:spPr>
          <a:xfrm>
            <a:off x="3941899" y="145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28" name="Text 1326"/>
          <p:cNvSpPr/>
          <p:nvPr/>
        </p:nvSpPr>
        <p:spPr>
          <a:xfrm>
            <a:off x="3941899" y="145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29" name="Text 1327"/>
          <p:cNvSpPr/>
          <p:nvPr/>
        </p:nvSpPr>
        <p:spPr>
          <a:xfrm>
            <a:off x="3941899" y="146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30" name="Text 1328"/>
          <p:cNvSpPr/>
          <p:nvPr/>
        </p:nvSpPr>
        <p:spPr>
          <a:xfrm>
            <a:off x="3941899" y="146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31" name="Text 1329"/>
          <p:cNvSpPr/>
          <p:nvPr/>
        </p:nvSpPr>
        <p:spPr>
          <a:xfrm>
            <a:off x="3941899" y="146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32" name="Text 1330"/>
          <p:cNvSpPr/>
          <p:nvPr/>
        </p:nvSpPr>
        <p:spPr>
          <a:xfrm>
            <a:off x="3941899" y="146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33" name="Text 1331"/>
          <p:cNvSpPr/>
          <p:nvPr/>
        </p:nvSpPr>
        <p:spPr>
          <a:xfrm>
            <a:off x="3941899" y="146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34" name="Text 1332"/>
          <p:cNvSpPr/>
          <p:nvPr/>
        </p:nvSpPr>
        <p:spPr>
          <a:xfrm>
            <a:off x="3941899" y="146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35" name="Text 1333"/>
          <p:cNvSpPr/>
          <p:nvPr/>
        </p:nvSpPr>
        <p:spPr>
          <a:xfrm>
            <a:off x="3941899" y="146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36" name="Text 1334"/>
          <p:cNvSpPr/>
          <p:nvPr/>
        </p:nvSpPr>
        <p:spPr>
          <a:xfrm>
            <a:off x="3941899" y="146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37" name="Text 1335"/>
          <p:cNvSpPr/>
          <p:nvPr/>
        </p:nvSpPr>
        <p:spPr>
          <a:xfrm>
            <a:off x="3941899" y="146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38" name="Text 1336"/>
          <p:cNvSpPr/>
          <p:nvPr/>
        </p:nvSpPr>
        <p:spPr>
          <a:xfrm>
            <a:off x="3941899" y="147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39" name="Text 1337"/>
          <p:cNvSpPr/>
          <p:nvPr/>
        </p:nvSpPr>
        <p:spPr>
          <a:xfrm>
            <a:off x="3941899" y="147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40" name="Text 1338"/>
          <p:cNvSpPr/>
          <p:nvPr/>
        </p:nvSpPr>
        <p:spPr>
          <a:xfrm>
            <a:off x="3941899" y="147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41" name="Text 1339"/>
          <p:cNvSpPr/>
          <p:nvPr/>
        </p:nvSpPr>
        <p:spPr>
          <a:xfrm>
            <a:off x="3941899" y="147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42" name="Text 1340"/>
          <p:cNvSpPr/>
          <p:nvPr/>
        </p:nvSpPr>
        <p:spPr>
          <a:xfrm>
            <a:off x="3941899" y="147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43" name="Text 1341"/>
          <p:cNvSpPr/>
          <p:nvPr/>
        </p:nvSpPr>
        <p:spPr>
          <a:xfrm>
            <a:off x="3941899" y="147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44" name="Text 1342"/>
          <p:cNvSpPr/>
          <p:nvPr/>
        </p:nvSpPr>
        <p:spPr>
          <a:xfrm>
            <a:off x="3941899" y="147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45" name="Text 1343"/>
          <p:cNvSpPr/>
          <p:nvPr/>
        </p:nvSpPr>
        <p:spPr>
          <a:xfrm>
            <a:off x="3941899" y="147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46" name="Text 1344"/>
          <p:cNvSpPr/>
          <p:nvPr/>
        </p:nvSpPr>
        <p:spPr>
          <a:xfrm>
            <a:off x="3941899" y="147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47" name="Text 1345"/>
          <p:cNvSpPr/>
          <p:nvPr/>
        </p:nvSpPr>
        <p:spPr>
          <a:xfrm>
            <a:off x="3941899" y="148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48" name="Text 1346"/>
          <p:cNvSpPr/>
          <p:nvPr/>
        </p:nvSpPr>
        <p:spPr>
          <a:xfrm>
            <a:off x="3941899" y="148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49" name="Text 1347"/>
          <p:cNvSpPr/>
          <p:nvPr/>
        </p:nvSpPr>
        <p:spPr>
          <a:xfrm>
            <a:off x="3941899" y="148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50" name="Text 1348"/>
          <p:cNvSpPr/>
          <p:nvPr/>
        </p:nvSpPr>
        <p:spPr>
          <a:xfrm>
            <a:off x="3941899" y="148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51" name="Text 1349"/>
          <p:cNvSpPr/>
          <p:nvPr/>
        </p:nvSpPr>
        <p:spPr>
          <a:xfrm>
            <a:off x="3941899" y="148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52" name="Text 1350"/>
          <p:cNvSpPr/>
          <p:nvPr/>
        </p:nvSpPr>
        <p:spPr>
          <a:xfrm>
            <a:off x="3941899" y="148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53" name="Text 1351"/>
          <p:cNvSpPr/>
          <p:nvPr/>
        </p:nvSpPr>
        <p:spPr>
          <a:xfrm>
            <a:off x="3941899" y="148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54" name="Text 1352"/>
          <p:cNvSpPr/>
          <p:nvPr/>
        </p:nvSpPr>
        <p:spPr>
          <a:xfrm>
            <a:off x="3941899" y="148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55" name="Text 1353"/>
          <p:cNvSpPr/>
          <p:nvPr/>
        </p:nvSpPr>
        <p:spPr>
          <a:xfrm>
            <a:off x="3941899" y="148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56" name="Text 1354"/>
          <p:cNvSpPr/>
          <p:nvPr/>
        </p:nvSpPr>
        <p:spPr>
          <a:xfrm>
            <a:off x="3941899" y="149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57" name="Text 1355"/>
          <p:cNvSpPr/>
          <p:nvPr/>
        </p:nvSpPr>
        <p:spPr>
          <a:xfrm>
            <a:off x="3941899" y="149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58" name="Text 1356"/>
          <p:cNvSpPr/>
          <p:nvPr/>
        </p:nvSpPr>
        <p:spPr>
          <a:xfrm>
            <a:off x="3941899" y="149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59" name="Text 1357"/>
          <p:cNvSpPr/>
          <p:nvPr/>
        </p:nvSpPr>
        <p:spPr>
          <a:xfrm>
            <a:off x="3941899" y="149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60" name="Text 1358"/>
          <p:cNvSpPr/>
          <p:nvPr/>
        </p:nvSpPr>
        <p:spPr>
          <a:xfrm>
            <a:off x="3941899" y="149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61" name="Text 1359"/>
          <p:cNvSpPr/>
          <p:nvPr/>
        </p:nvSpPr>
        <p:spPr>
          <a:xfrm>
            <a:off x="3941899" y="149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62" name="Text 1360"/>
          <p:cNvSpPr/>
          <p:nvPr/>
        </p:nvSpPr>
        <p:spPr>
          <a:xfrm>
            <a:off x="3941899" y="149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63" name="Text 1361"/>
          <p:cNvSpPr/>
          <p:nvPr/>
        </p:nvSpPr>
        <p:spPr>
          <a:xfrm>
            <a:off x="3941899" y="149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64" name="Text 1362"/>
          <p:cNvSpPr/>
          <p:nvPr/>
        </p:nvSpPr>
        <p:spPr>
          <a:xfrm>
            <a:off x="3941899" y="149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65" name="Text 1363"/>
          <p:cNvSpPr/>
          <p:nvPr/>
        </p:nvSpPr>
        <p:spPr>
          <a:xfrm>
            <a:off x="3941899" y="150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66" name="Text 1364"/>
          <p:cNvSpPr/>
          <p:nvPr/>
        </p:nvSpPr>
        <p:spPr>
          <a:xfrm>
            <a:off x="3941899" y="150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67" name="Text 1365"/>
          <p:cNvSpPr/>
          <p:nvPr/>
        </p:nvSpPr>
        <p:spPr>
          <a:xfrm>
            <a:off x="3941899" y="150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68" name="Text 1366"/>
          <p:cNvSpPr/>
          <p:nvPr/>
        </p:nvSpPr>
        <p:spPr>
          <a:xfrm>
            <a:off x="3941899" y="150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69" name="Text 1367"/>
          <p:cNvSpPr/>
          <p:nvPr/>
        </p:nvSpPr>
        <p:spPr>
          <a:xfrm>
            <a:off x="3941899" y="150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70" name="Text 1368"/>
          <p:cNvSpPr/>
          <p:nvPr/>
        </p:nvSpPr>
        <p:spPr>
          <a:xfrm>
            <a:off x="3941899" y="150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71" name="Text 1369"/>
          <p:cNvSpPr/>
          <p:nvPr/>
        </p:nvSpPr>
        <p:spPr>
          <a:xfrm>
            <a:off x="3941899" y="150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72" name="Text 1370"/>
          <p:cNvSpPr/>
          <p:nvPr/>
        </p:nvSpPr>
        <p:spPr>
          <a:xfrm>
            <a:off x="3941899" y="150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73" name="Text 1371"/>
          <p:cNvSpPr/>
          <p:nvPr/>
        </p:nvSpPr>
        <p:spPr>
          <a:xfrm>
            <a:off x="3941899" y="150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74" name="Text 1372"/>
          <p:cNvSpPr/>
          <p:nvPr/>
        </p:nvSpPr>
        <p:spPr>
          <a:xfrm>
            <a:off x="3941899" y="150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75" name="Text 1373"/>
          <p:cNvSpPr/>
          <p:nvPr/>
        </p:nvSpPr>
        <p:spPr>
          <a:xfrm>
            <a:off x="3941899" y="151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76" name="Text 1374"/>
          <p:cNvSpPr/>
          <p:nvPr/>
        </p:nvSpPr>
        <p:spPr>
          <a:xfrm>
            <a:off x="3941899" y="151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77" name="Text 1375"/>
          <p:cNvSpPr/>
          <p:nvPr/>
        </p:nvSpPr>
        <p:spPr>
          <a:xfrm>
            <a:off x="3941899" y="151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78" name="Text 1376"/>
          <p:cNvSpPr/>
          <p:nvPr/>
        </p:nvSpPr>
        <p:spPr>
          <a:xfrm>
            <a:off x="3941899" y="151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79" name="Text 1377"/>
          <p:cNvSpPr/>
          <p:nvPr/>
        </p:nvSpPr>
        <p:spPr>
          <a:xfrm>
            <a:off x="3941899" y="151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80" name="Text 1378"/>
          <p:cNvSpPr/>
          <p:nvPr/>
        </p:nvSpPr>
        <p:spPr>
          <a:xfrm>
            <a:off x="3941899" y="151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81" name="Text 1379"/>
          <p:cNvSpPr/>
          <p:nvPr/>
        </p:nvSpPr>
        <p:spPr>
          <a:xfrm>
            <a:off x="3941899" y="151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82" name="Text 1380"/>
          <p:cNvSpPr/>
          <p:nvPr/>
        </p:nvSpPr>
        <p:spPr>
          <a:xfrm>
            <a:off x="3941899" y="151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83" name="Text 1381"/>
          <p:cNvSpPr/>
          <p:nvPr/>
        </p:nvSpPr>
        <p:spPr>
          <a:xfrm>
            <a:off x="3941899" y="151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84" name="Text 1382"/>
          <p:cNvSpPr/>
          <p:nvPr/>
        </p:nvSpPr>
        <p:spPr>
          <a:xfrm>
            <a:off x="3941899" y="152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85" name="Text 1383"/>
          <p:cNvSpPr/>
          <p:nvPr/>
        </p:nvSpPr>
        <p:spPr>
          <a:xfrm>
            <a:off x="3941899" y="152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86" name="Text 1384"/>
          <p:cNvSpPr/>
          <p:nvPr/>
        </p:nvSpPr>
        <p:spPr>
          <a:xfrm>
            <a:off x="3941899" y="152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87" name="Text 1385"/>
          <p:cNvSpPr/>
          <p:nvPr/>
        </p:nvSpPr>
        <p:spPr>
          <a:xfrm>
            <a:off x="3941899" y="152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88" name="Text 1386"/>
          <p:cNvSpPr/>
          <p:nvPr/>
        </p:nvSpPr>
        <p:spPr>
          <a:xfrm>
            <a:off x="3941899" y="152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89" name="Text 1387"/>
          <p:cNvSpPr/>
          <p:nvPr/>
        </p:nvSpPr>
        <p:spPr>
          <a:xfrm>
            <a:off x="3941899" y="152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90" name="Text 1388"/>
          <p:cNvSpPr/>
          <p:nvPr/>
        </p:nvSpPr>
        <p:spPr>
          <a:xfrm>
            <a:off x="3941899" y="152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91" name="Text 1389"/>
          <p:cNvSpPr/>
          <p:nvPr/>
        </p:nvSpPr>
        <p:spPr>
          <a:xfrm>
            <a:off x="3941899" y="152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92" name="Text 1390"/>
          <p:cNvSpPr/>
          <p:nvPr/>
        </p:nvSpPr>
        <p:spPr>
          <a:xfrm>
            <a:off x="3941899" y="152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93" name="Text 1391"/>
          <p:cNvSpPr/>
          <p:nvPr/>
        </p:nvSpPr>
        <p:spPr>
          <a:xfrm>
            <a:off x="3941899" y="153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94" name="Text 1392"/>
          <p:cNvSpPr/>
          <p:nvPr/>
        </p:nvSpPr>
        <p:spPr>
          <a:xfrm>
            <a:off x="3941899" y="153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95" name="Text 1393"/>
          <p:cNvSpPr/>
          <p:nvPr/>
        </p:nvSpPr>
        <p:spPr>
          <a:xfrm>
            <a:off x="3941899" y="153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96" name="Text 1394"/>
          <p:cNvSpPr/>
          <p:nvPr/>
        </p:nvSpPr>
        <p:spPr>
          <a:xfrm>
            <a:off x="3941899" y="153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97" name="Text 1395"/>
          <p:cNvSpPr/>
          <p:nvPr/>
        </p:nvSpPr>
        <p:spPr>
          <a:xfrm>
            <a:off x="3941899" y="153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98" name="Text 1396"/>
          <p:cNvSpPr/>
          <p:nvPr/>
        </p:nvSpPr>
        <p:spPr>
          <a:xfrm>
            <a:off x="3941899" y="153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399" name="Text 1397"/>
          <p:cNvSpPr/>
          <p:nvPr/>
        </p:nvSpPr>
        <p:spPr>
          <a:xfrm>
            <a:off x="3941899" y="153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00" name="Text 1398"/>
          <p:cNvSpPr/>
          <p:nvPr/>
        </p:nvSpPr>
        <p:spPr>
          <a:xfrm>
            <a:off x="3941899" y="153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01" name="Text 1399"/>
          <p:cNvSpPr/>
          <p:nvPr/>
        </p:nvSpPr>
        <p:spPr>
          <a:xfrm>
            <a:off x="3941899" y="153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02" name="Text 1400"/>
          <p:cNvSpPr/>
          <p:nvPr/>
        </p:nvSpPr>
        <p:spPr>
          <a:xfrm>
            <a:off x="3941899" y="154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03" name="Text 1401"/>
          <p:cNvSpPr/>
          <p:nvPr/>
        </p:nvSpPr>
        <p:spPr>
          <a:xfrm>
            <a:off x="3941899" y="154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04" name="Text 1402"/>
          <p:cNvSpPr/>
          <p:nvPr/>
        </p:nvSpPr>
        <p:spPr>
          <a:xfrm>
            <a:off x="3941899" y="154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05" name="Text 1403"/>
          <p:cNvSpPr/>
          <p:nvPr/>
        </p:nvSpPr>
        <p:spPr>
          <a:xfrm>
            <a:off x="3941899" y="154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06" name="Text 1404"/>
          <p:cNvSpPr/>
          <p:nvPr/>
        </p:nvSpPr>
        <p:spPr>
          <a:xfrm>
            <a:off x="3941899" y="154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07" name="Text 1405"/>
          <p:cNvSpPr/>
          <p:nvPr/>
        </p:nvSpPr>
        <p:spPr>
          <a:xfrm>
            <a:off x="3941899" y="154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08" name="Text 1406"/>
          <p:cNvSpPr/>
          <p:nvPr/>
        </p:nvSpPr>
        <p:spPr>
          <a:xfrm>
            <a:off x="3941899" y="154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09" name="Text 1407"/>
          <p:cNvSpPr/>
          <p:nvPr/>
        </p:nvSpPr>
        <p:spPr>
          <a:xfrm>
            <a:off x="3941899" y="154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10" name="Text 1408"/>
          <p:cNvSpPr/>
          <p:nvPr/>
        </p:nvSpPr>
        <p:spPr>
          <a:xfrm>
            <a:off x="3941899" y="154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11" name="Text 1409"/>
          <p:cNvSpPr/>
          <p:nvPr/>
        </p:nvSpPr>
        <p:spPr>
          <a:xfrm>
            <a:off x="3941899" y="155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12" name="Text 1410"/>
          <p:cNvSpPr/>
          <p:nvPr/>
        </p:nvSpPr>
        <p:spPr>
          <a:xfrm>
            <a:off x="3941899" y="155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13" name="Text 1411"/>
          <p:cNvSpPr/>
          <p:nvPr/>
        </p:nvSpPr>
        <p:spPr>
          <a:xfrm>
            <a:off x="3941899" y="155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14" name="Text 1412"/>
          <p:cNvSpPr/>
          <p:nvPr/>
        </p:nvSpPr>
        <p:spPr>
          <a:xfrm>
            <a:off x="3941899" y="155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15" name="Text 1413"/>
          <p:cNvSpPr/>
          <p:nvPr/>
        </p:nvSpPr>
        <p:spPr>
          <a:xfrm>
            <a:off x="3941899" y="155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16" name="Text 1414"/>
          <p:cNvSpPr/>
          <p:nvPr/>
        </p:nvSpPr>
        <p:spPr>
          <a:xfrm>
            <a:off x="3941899" y="155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17" name="Text 1415"/>
          <p:cNvSpPr/>
          <p:nvPr/>
        </p:nvSpPr>
        <p:spPr>
          <a:xfrm>
            <a:off x="3941899" y="155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18" name="Text 1416"/>
          <p:cNvSpPr/>
          <p:nvPr/>
        </p:nvSpPr>
        <p:spPr>
          <a:xfrm>
            <a:off x="3941899" y="155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19" name="Text 1417"/>
          <p:cNvSpPr/>
          <p:nvPr/>
        </p:nvSpPr>
        <p:spPr>
          <a:xfrm>
            <a:off x="3941899" y="155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20" name="Text 1418"/>
          <p:cNvSpPr/>
          <p:nvPr/>
        </p:nvSpPr>
        <p:spPr>
          <a:xfrm>
            <a:off x="3941899" y="156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21" name="Text 1419"/>
          <p:cNvSpPr/>
          <p:nvPr/>
        </p:nvSpPr>
        <p:spPr>
          <a:xfrm>
            <a:off x="3941899" y="156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22" name="Text 1420"/>
          <p:cNvSpPr/>
          <p:nvPr/>
        </p:nvSpPr>
        <p:spPr>
          <a:xfrm>
            <a:off x="3941899" y="156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23" name="Text 1421"/>
          <p:cNvSpPr/>
          <p:nvPr/>
        </p:nvSpPr>
        <p:spPr>
          <a:xfrm>
            <a:off x="3941899" y="156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24" name="Text 1422"/>
          <p:cNvSpPr/>
          <p:nvPr/>
        </p:nvSpPr>
        <p:spPr>
          <a:xfrm>
            <a:off x="3941899" y="156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25" name="Text 1423"/>
          <p:cNvSpPr/>
          <p:nvPr/>
        </p:nvSpPr>
        <p:spPr>
          <a:xfrm>
            <a:off x="3941899" y="156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26" name="Text 1424"/>
          <p:cNvSpPr/>
          <p:nvPr/>
        </p:nvSpPr>
        <p:spPr>
          <a:xfrm>
            <a:off x="3941899" y="156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27" name="Text 1425"/>
          <p:cNvSpPr/>
          <p:nvPr/>
        </p:nvSpPr>
        <p:spPr>
          <a:xfrm>
            <a:off x="3941899" y="156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28" name="Text 1426"/>
          <p:cNvSpPr/>
          <p:nvPr/>
        </p:nvSpPr>
        <p:spPr>
          <a:xfrm>
            <a:off x="3941899" y="156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29" name="Text 1427"/>
          <p:cNvSpPr/>
          <p:nvPr/>
        </p:nvSpPr>
        <p:spPr>
          <a:xfrm>
            <a:off x="3941899" y="157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30" name="Text 1428"/>
          <p:cNvSpPr/>
          <p:nvPr/>
        </p:nvSpPr>
        <p:spPr>
          <a:xfrm>
            <a:off x="3941899" y="157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31" name="Text 1429"/>
          <p:cNvSpPr/>
          <p:nvPr/>
        </p:nvSpPr>
        <p:spPr>
          <a:xfrm>
            <a:off x="3941899" y="157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32" name="Text 1430"/>
          <p:cNvSpPr/>
          <p:nvPr/>
        </p:nvSpPr>
        <p:spPr>
          <a:xfrm>
            <a:off x="3941899" y="157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33" name="Text 1431"/>
          <p:cNvSpPr/>
          <p:nvPr/>
        </p:nvSpPr>
        <p:spPr>
          <a:xfrm>
            <a:off x="3941899" y="157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34" name="Text 1432"/>
          <p:cNvSpPr/>
          <p:nvPr/>
        </p:nvSpPr>
        <p:spPr>
          <a:xfrm>
            <a:off x="3941899" y="157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35" name="Text 1433"/>
          <p:cNvSpPr/>
          <p:nvPr/>
        </p:nvSpPr>
        <p:spPr>
          <a:xfrm>
            <a:off x="3941899" y="157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36" name="Text 1434"/>
          <p:cNvSpPr/>
          <p:nvPr/>
        </p:nvSpPr>
        <p:spPr>
          <a:xfrm>
            <a:off x="3941899" y="157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37" name="Text 1435"/>
          <p:cNvSpPr/>
          <p:nvPr/>
        </p:nvSpPr>
        <p:spPr>
          <a:xfrm>
            <a:off x="3941899" y="157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38" name="Text 1436"/>
          <p:cNvSpPr/>
          <p:nvPr/>
        </p:nvSpPr>
        <p:spPr>
          <a:xfrm>
            <a:off x="3941899" y="157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39" name="Text 1437"/>
          <p:cNvSpPr/>
          <p:nvPr/>
        </p:nvSpPr>
        <p:spPr>
          <a:xfrm>
            <a:off x="3941899" y="158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40" name="Text 1438"/>
          <p:cNvSpPr/>
          <p:nvPr/>
        </p:nvSpPr>
        <p:spPr>
          <a:xfrm>
            <a:off x="3941899" y="158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41" name="Text 1439"/>
          <p:cNvSpPr/>
          <p:nvPr/>
        </p:nvSpPr>
        <p:spPr>
          <a:xfrm>
            <a:off x="3941899" y="158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42" name="Text 1440"/>
          <p:cNvSpPr/>
          <p:nvPr/>
        </p:nvSpPr>
        <p:spPr>
          <a:xfrm>
            <a:off x="3941899" y="158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43" name="Text 1441"/>
          <p:cNvSpPr/>
          <p:nvPr/>
        </p:nvSpPr>
        <p:spPr>
          <a:xfrm>
            <a:off x="3941899" y="158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44" name="Text 1442"/>
          <p:cNvSpPr/>
          <p:nvPr/>
        </p:nvSpPr>
        <p:spPr>
          <a:xfrm>
            <a:off x="3941899" y="158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45" name="Text 1443"/>
          <p:cNvSpPr/>
          <p:nvPr/>
        </p:nvSpPr>
        <p:spPr>
          <a:xfrm>
            <a:off x="3941899" y="158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46" name="Text 1444"/>
          <p:cNvSpPr/>
          <p:nvPr/>
        </p:nvSpPr>
        <p:spPr>
          <a:xfrm>
            <a:off x="3941899" y="158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47" name="Text 1445"/>
          <p:cNvSpPr/>
          <p:nvPr/>
        </p:nvSpPr>
        <p:spPr>
          <a:xfrm>
            <a:off x="3941899" y="158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48" name="Text 1446"/>
          <p:cNvSpPr/>
          <p:nvPr/>
        </p:nvSpPr>
        <p:spPr>
          <a:xfrm>
            <a:off x="3941899" y="159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49" name="Text 1447"/>
          <p:cNvSpPr/>
          <p:nvPr/>
        </p:nvSpPr>
        <p:spPr>
          <a:xfrm>
            <a:off x="3941899" y="159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50" name="Text 1448"/>
          <p:cNvSpPr/>
          <p:nvPr/>
        </p:nvSpPr>
        <p:spPr>
          <a:xfrm>
            <a:off x="3941899" y="159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51" name="Text 1449"/>
          <p:cNvSpPr/>
          <p:nvPr/>
        </p:nvSpPr>
        <p:spPr>
          <a:xfrm>
            <a:off x="3941899" y="159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52" name="Text 1450"/>
          <p:cNvSpPr/>
          <p:nvPr/>
        </p:nvSpPr>
        <p:spPr>
          <a:xfrm>
            <a:off x="3941899" y="159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53" name="Text 1451"/>
          <p:cNvSpPr/>
          <p:nvPr/>
        </p:nvSpPr>
        <p:spPr>
          <a:xfrm>
            <a:off x="3941899" y="159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54" name="Text 1452"/>
          <p:cNvSpPr/>
          <p:nvPr/>
        </p:nvSpPr>
        <p:spPr>
          <a:xfrm>
            <a:off x="3941899" y="159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55" name="Text 1453"/>
          <p:cNvSpPr/>
          <p:nvPr/>
        </p:nvSpPr>
        <p:spPr>
          <a:xfrm>
            <a:off x="3941899" y="159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56" name="Text 1454"/>
          <p:cNvSpPr/>
          <p:nvPr/>
        </p:nvSpPr>
        <p:spPr>
          <a:xfrm>
            <a:off x="3941899" y="159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57" name="Text 1455"/>
          <p:cNvSpPr/>
          <p:nvPr/>
        </p:nvSpPr>
        <p:spPr>
          <a:xfrm>
            <a:off x="3941899" y="160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58" name="Text 1456"/>
          <p:cNvSpPr/>
          <p:nvPr/>
        </p:nvSpPr>
        <p:spPr>
          <a:xfrm>
            <a:off x="3941899" y="160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59" name="Text 1457"/>
          <p:cNvSpPr/>
          <p:nvPr/>
        </p:nvSpPr>
        <p:spPr>
          <a:xfrm>
            <a:off x="3941899" y="160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60" name="Text 1458"/>
          <p:cNvSpPr/>
          <p:nvPr/>
        </p:nvSpPr>
        <p:spPr>
          <a:xfrm>
            <a:off x="3941899" y="160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61" name="Text 1459"/>
          <p:cNvSpPr/>
          <p:nvPr/>
        </p:nvSpPr>
        <p:spPr>
          <a:xfrm>
            <a:off x="3941899" y="160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62" name="Text 1460"/>
          <p:cNvSpPr/>
          <p:nvPr/>
        </p:nvSpPr>
        <p:spPr>
          <a:xfrm>
            <a:off x="3941899" y="160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63" name="Text 1461"/>
          <p:cNvSpPr/>
          <p:nvPr/>
        </p:nvSpPr>
        <p:spPr>
          <a:xfrm>
            <a:off x="3941899" y="160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64" name="Text 1462"/>
          <p:cNvSpPr/>
          <p:nvPr/>
        </p:nvSpPr>
        <p:spPr>
          <a:xfrm>
            <a:off x="3941899" y="160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65" name="Text 1463"/>
          <p:cNvSpPr/>
          <p:nvPr/>
        </p:nvSpPr>
        <p:spPr>
          <a:xfrm>
            <a:off x="3941899" y="160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66" name="Text 1464"/>
          <p:cNvSpPr/>
          <p:nvPr/>
        </p:nvSpPr>
        <p:spPr>
          <a:xfrm>
            <a:off x="3941899" y="161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67" name="Text 1465"/>
          <p:cNvSpPr/>
          <p:nvPr/>
        </p:nvSpPr>
        <p:spPr>
          <a:xfrm>
            <a:off x="3941899" y="161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68" name="Text 1466"/>
          <p:cNvSpPr/>
          <p:nvPr/>
        </p:nvSpPr>
        <p:spPr>
          <a:xfrm>
            <a:off x="3941899" y="161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69" name="Text 1467"/>
          <p:cNvSpPr/>
          <p:nvPr/>
        </p:nvSpPr>
        <p:spPr>
          <a:xfrm>
            <a:off x="3941899" y="161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70" name="Text 1468"/>
          <p:cNvSpPr/>
          <p:nvPr/>
        </p:nvSpPr>
        <p:spPr>
          <a:xfrm>
            <a:off x="3941899" y="161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71" name="Text 1469"/>
          <p:cNvSpPr/>
          <p:nvPr/>
        </p:nvSpPr>
        <p:spPr>
          <a:xfrm>
            <a:off x="3941899" y="161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72" name="Text 1470"/>
          <p:cNvSpPr/>
          <p:nvPr/>
        </p:nvSpPr>
        <p:spPr>
          <a:xfrm>
            <a:off x="3941899" y="161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73" name="Text 1471"/>
          <p:cNvSpPr/>
          <p:nvPr/>
        </p:nvSpPr>
        <p:spPr>
          <a:xfrm>
            <a:off x="3941899" y="161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74" name="Text 1472"/>
          <p:cNvSpPr/>
          <p:nvPr/>
        </p:nvSpPr>
        <p:spPr>
          <a:xfrm>
            <a:off x="3941899" y="161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75" name="Text 1473"/>
          <p:cNvSpPr/>
          <p:nvPr/>
        </p:nvSpPr>
        <p:spPr>
          <a:xfrm>
            <a:off x="3941899" y="162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76" name="Text 1474"/>
          <p:cNvSpPr/>
          <p:nvPr/>
        </p:nvSpPr>
        <p:spPr>
          <a:xfrm>
            <a:off x="3941899" y="162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77" name="Text 1475"/>
          <p:cNvSpPr/>
          <p:nvPr/>
        </p:nvSpPr>
        <p:spPr>
          <a:xfrm>
            <a:off x="3941899" y="162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78" name="Text 1476"/>
          <p:cNvSpPr/>
          <p:nvPr/>
        </p:nvSpPr>
        <p:spPr>
          <a:xfrm>
            <a:off x="3941899" y="162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79" name="Text 1477"/>
          <p:cNvSpPr/>
          <p:nvPr/>
        </p:nvSpPr>
        <p:spPr>
          <a:xfrm>
            <a:off x="3941899" y="162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80" name="Text 1478"/>
          <p:cNvSpPr/>
          <p:nvPr/>
        </p:nvSpPr>
        <p:spPr>
          <a:xfrm>
            <a:off x="3941899" y="162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81" name="Text 1479"/>
          <p:cNvSpPr/>
          <p:nvPr/>
        </p:nvSpPr>
        <p:spPr>
          <a:xfrm>
            <a:off x="3941899" y="162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82" name="Text 1480"/>
          <p:cNvSpPr/>
          <p:nvPr/>
        </p:nvSpPr>
        <p:spPr>
          <a:xfrm>
            <a:off x="3941899" y="162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83" name="Text 1481"/>
          <p:cNvSpPr/>
          <p:nvPr/>
        </p:nvSpPr>
        <p:spPr>
          <a:xfrm>
            <a:off x="3941899" y="162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84" name="Text 1482"/>
          <p:cNvSpPr/>
          <p:nvPr/>
        </p:nvSpPr>
        <p:spPr>
          <a:xfrm>
            <a:off x="3941899" y="163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85" name="Text 1483"/>
          <p:cNvSpPr/>
          <p:nvPr/>
        </p:nvSpPr>
        <p:spPr>
          <a:xfrm>
            <a:off x="3941899" y="163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86" name="Text 1484"/>
          <p:cNvSpPr/>
          <p:nvPr/>
        </p:nvSpPr>
        <p:spPr>
          <a:xfrm>
            <a:off x="3941899" y="163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87" name="Text 1485"/>
          <p:cNvSpPr/>
          <p:nvPr/>
        </p:nvSpPr>
        <p:spPr>
          <a:xfrm>
            <a:off x="3941899" y="163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88" name="Text 1486"/>
          <p:cNvSpPr/>
          <p:nvPr/>
        </p:nvSpPr>
        <p:spPr>
          <a:xfrm>
            <a:off x="3941899" y="163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89" name="Text 1487"/>
          <p:cNvSpPr/>
          <p:nvPr/>
        </p:nvSpPr>
        <p:spPr>
          <a:xfrm>
            <a:off x="3941899" y="163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90" name="Text 1488"/>
          <p:cNvSpPr/>
          <p:nvPr/>
        </p:nvSpPr>
        <p:spPr>
          <a:xfrm>
            <a:off x="3941899" y="163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91" name="Text 1489"/>
          <p:cNvSpPr/>
          <p:nvPr/>
        </p:nvSpPr>
        <p:spPr>
          <a:xfrm>
            <a:off x="3941899" y="163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92" name="Text 1490"/>
          <p:cNvSpPr/>
          <p:nvPr/>
        </p:nvSpPr>
        <p:spPr>
          <a:xfrm>
            <a:off x="3941899" y="163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93" name="Text 1491"/>
          <p:cNvSpPr/>
          <p:nvPr/>
        </p:nvSpPr>
        <p:spPr>
          <a:xfrm>
            <a:off x="3941899" y="164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94" name="Text 1492"/>
          <p:cNvSpPr/>
          <p:nvPr/>
        </p:nvSpPr>
        <p:spPr>
          <a:xfrm>
            <a:off x="3941899" y="164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95" name="Text 1493"/>
          <p:cNvSpPr/>
          <p:nvPr/>
        </p:nvSpPr>
        <p:spPr>
          <a:xfrm>
            <a:off x="3941899" y="164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96" name="Text 1494"/>
          <p:cNvSpPr/>
          <p:nvPr/>
        </p:nvSpPr>
        <p:spPr>
          <a:xfrm>
            <a:off x="3941899" y="164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97" name="Text 1495"/>
          <p:cNvSpPr/>
          <p:nvPr/>
        </p:nvSpPr>
        <p:spPr>
          <a:xfrm>
            <a:off x="3941899" y="164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98" name="Text 1496"/>
          <p:cNvSpPr/>
          <p:nvPr/>
        </p:nvSpPr>
        <p:spPr>
          <a:xfrm>
            <a:off x="3941899" y="164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499" name="Text 1497"/>
          <p:cNvSpPr/>
          <p:nvPr/>
        </p:nvSpPr>
        <p:spPr>
          <a:xfrm>
            <a:off x="3941899" y="164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00" name="Text 1498"/>
          <p:cNvSpPr/>
          <p:nvPr/>
        </p:nvSpPr>
        <p:spPr>
          <a:xfrm>
            <a:off x="3941899" y="164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01" name="Text 1499"/>
          <p:cNvSpPr/>
          <p:nvPr/>
        </p:nvSpPr>
        <p:spPr>
          <a:xfrm>
            <a:off x="3941899" y="164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02" name="Text 1500"/>
          <p:cNvSpPr/>
          <p:nvPr/>
        </p:nvSpPr>
        <p:spPr>
          <a:xfrm>
            <a:off x="3941899" y="164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03" name="Text 1501"/>
          <p:cNvSpPr/>
          <p:nvPr/>
        </p:nvSpPr>
        <p:spPr>
          <a:xfrm>
            <a:off x="3941899" y="165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04" name="Text 1502"/>
          <p:cNvSpPr/>
          <p:nvPr/>
        </p:nvSpPr>
        <p:spPr>
          <a:xfrm>
            <a:off x="3941899" y="165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05" name="Text 1503"/>
          <p:cNvSpPr/>
          <p:nvPr/>
        </p:nvSpPr>
        <p:spPr>
          <a:xfrm>
            <a:off x="3941899" y="165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06" name="Text 1504"/>
          <p:cNvSpPr/>
          <p:nvPr/>
        </p:nvSpPr>
        <p:spPr>
          <a:xfrm>
            <a:off x="3941899" y="165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07" name="Text 1505"/>
          <p:cNvSpPr/>
          <p:nvPr/>
        </p:nvSpPr>
        <p:spPr>
          <a:xfrm>
            <a:off x="3941899" y="165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08" name="Text 1506"/>
          <p:cNvSpPr/>
          <p:nvPr/>
        </p:nvSpPr>
        <p:spPr>
          <a:xfrm>
            <a:off x="3941899" y="165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09" name="Text 1507"/>
          <p:cNvSpPr/>
          <p:nvPr/>
        </p:nvSpPr>
        <p:spPr>
          <a:xfrm>
            <a:off x="3941899" y="165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10" name="Text 1508"/>
          <p:cNvSpPr/>
          <p:nvPr/>
        </p:nvSpPr>
        <p:spPr>
          <a:xfrm>
            <a:off x="3941899" y="165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11" name="Text 1509"/>
          <p:cNvSpPr/>
          <p:nvPr/>
        </p:nvSpPr>
        <p:spPr>
          <a:xfrm>
            <a:off x="3941899" y="165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12" name="Text 1510"/>
          <p:cNvSpPr/>
          <p:nvPr/>
        </p:nvSpPr>
        <p:spPr>
          <a:xfrm>
            <a:off x="3941899" y="166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13" name="Text 1511"/>
          <p:cNvSpPr/>
          <p:nvPr/>
        </p:nvSpPr>
        <p:spPr>
          <a:xfrm>
            <a:off x="3941899" y="166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14" name="Text 1512"/>
          <p:cNvSpPr/>
          <p:nvPr/>
        </p:nvSpPr>
        <p:spPr>
          <a:xfrm>
            <a:off x="3941899" y="166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15" name="Text 1513"/>
          <p:cNvSpPr/>
          <p:nvPr/>
        </p:nvSpPr>
        <p:spPr>
          <a:xfrm>
            <a:off x="3941899" y="166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16" name="Text 1514"/>
          <p:cNvSpPr/>
          <p:nvPr/>
        </p:nvSpPr>
        <p:spPr>
          <a:xfrm>
            <a:off x="3941899" y="166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17" name="Text 1515"/>
          <p:cNvSpPr/>
          <p:nvPr/>
        </p:nvSpPr>
        <p:spPr>
          <a:xfrm>
            <a:off x="3941899" y="166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18" name="Text 1516"/>
          <p:cNvSpPr/>
          <p:nvPr/>
        </p:nvSpPr>
        <p:spPr>
          <a:xfrm>
            <a:off x="3941899" y="166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19" name="Text 1517"/>
          <p:cNvSpPr/>
          <p:nvPr/>
        </p:nvSpPr>
        <p:spPr>
          <a:xfrm>
            <a:off x="3941899" y="166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20" name="Text 1518"/>
          <p:cNvSpPr/>
          <p:nvPr/>
        </p:nvSpPr>
        <p:spPr>
          <a:xfrm>
            <a:off x="3941899" y="166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21" name="Text 1519"/>
          <p:cNvSpPr/>
          <p:nvPr/>
        </p:nvSpPr>
        <p:spPr>
          <a:xfrm>
            <a:off x="3941899" y="167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22" name="Text 1520"/>
          <p:cNvSpPr/>
          <p:nvPr/>
        </p:nvSpPr>
        <p:spPr>
          <a:xfrm>
            <a:off x="3941899" y="167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23" name="Text 1521"/>
          <p:cNvSpPr/>
          <p:nvPr/>
        </p:nvSpPr>
        <p:spPr>
          <a:xfrm>
            <a:off x="3941899" y="167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24" name="Text 1522"/>
          <p:cNvSpPr/>
          <p:nvPr/>
        </p:nvSpPr>
        <p:spPr>
          <a:xfrm>
            <a:off x="3941899" y="167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25" name="Text 1523"/>
          <p:cNvSpPr/>
          <p:nvPr/>
        </p:nvSpPr>
        <p:spPr>
          <a:xfrm>
            <a:off x="3941899" y="167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26" name="Text 1524"/>
          <p:cNvSpPr/>
          <p:nvPr/>
        </p:nvSpPr>
        <p:spPr>
          <a:xfrm>
            <a:off x="3941899" y="167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27" name="Text 1525"/>
          <p:cNvSpPr/>
          <p:nvPr/>
        </p:nvSpPr>
        <p:spPr>
          <a:xfrm>
            <a:off x="3941899" y="167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28" name="Text 1526"/>
          <p:cNvSpPr/>
          <p:nvPr/>
        </p:nvSpPr>
        <p:spPr>
          <a:xfrm>
            <a:off x="3941899" y="167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29" name="Text 1527"/>
          <p:cNvSpPr/>
          <p:nvPr/>
        </p:nvSpPr>
        <p:spPr>
          <a:xfrm>
            <a:off x="3941899" y="167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30" name="Text 1528"/>
          <p:cNvSpPr/>
          <p:nvPr/>
        </p:nvSpPr>
        <p:spPr>
          <a:xfrm>
            <a:off x="3941899" y="168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31" name="Text 1529"/>
          <p:cNvSpPr/>
          <p:nvPr/>
        </p:nvSpPr>
        <p:spPr>
          <a:xfrm>
            <a:off x="3941899" y="168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32" name="Text 1530"/>
          <p:cNvSpPr/>
          <p:nvPr/>
        </p:nvSpPr>
        <p:spPr>
          <a:xfrm>
            <a:off x="3941899" y="168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33" name="Text 1531"/>
          <p:cNvSpPr/>
          <p:nvPr/>
        </p:nvSpPr>
        <p:spPr>
          <a:xfrm>
            <a:off x="3941899" y="168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34" name="Text 1532"/>
          <p:cNvSpPr/>
          <p:nvPr/>
        </p:nvSpPr>
        <p:spPr>
          <a:xfrm>
            <a:off x="3941899" y="168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35" name="Text 1533"/>
          <p:cNvSpPr/>
          <p:nvPr/>
        </p:nvSpPr>
        <p:spPr>
          <a:xfrm>
            <a:off x="3941899" y="168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36" name="Text 1534"/>
          <p:cNvSpPr/>
          <p:nvPr/>
        </p:nvSpPr>
        <p:spPr>
          <a:xfrm>
            <a:off x="3941899" y="168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37" name="Text 1535"/>
          <p:cNvSpPr/>
          <p:nvPr/>
        </p:nvSpPr>
        <p:spPr>
          <a:xfrm>
            <a:off x="3941899" y="168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38" name="Text 1536"/>
          <p:cNvSpPr/>
          <p:nvPr/>
        </p:nvSpPr>
        <p:spPr>
          <a:xfrm>
            <a:off x="3941899" y="168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39" name="Text 1537"/>
          <p:cNvSpPr/>
          <p:nvPr/>
        </p:nvSpPr>
        <p:spPr>
          <a:xfrm>
            <a:off x="3941899" y="169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40" name="Text 1538"/>
          <p:cNvSpPr/>
          <p:nvPr/>
        </p:nvSpPr>
        <p:spPr>
          <a:xfrm>
            <a:off x="3941899" y="169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41" name="Text 1539"/>
          <p:cNvSpPr/>
          <p:nvPr/>
        </p:nvSpPr>
        <p:spPr>
          <a:xfrm>
            <a:off x="3941899" y="169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42" name="Text 1540"/>
          <p:cNvSpPr/>
          <p:nvPr/>
        </p:nvSpPr>
        <p:spPr>
          <a:xfrm>
            <a:off x="3941899" y="169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43" name="Text 1541"/>
          <p:cNvSpPr/>
          <p:nvPr/>
        </p:nvSpPr>
        <p:spPr>
          <a:xfrm>
            <a:off x="3941899" y="169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44" name="Text 1542"/>
          <p:cNvSpPr/>
          <p:nvPr/>
        </p:nvSpPr>
        <p:spPr>
          <a:xfrm>
            <a:off x="3941899" y="169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45" name="Text 1543"/>
          <p:cNvSpPr/>
          <p:nvPr/>
        </p:nvSpPr>
        <p:spPr>
          <a:xfrm>
            <a:off x="3941899" y="169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46" name="Text 1544"/>
          <p:cNvSpPr/>
          <p:nvPr/>
        </p:nvSpPr>
        <p:spPr>
          <a:xfrm>
            <a:off x="3941899" y="169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47" name="Text 1545"/>
          <p:cNvSpPr/>
          <p:nvPr/>
        </p:nvSpPr>
        <p:spPr>
          <a:xfrm>
            <a:off x="3941899" y="169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48" name="Text 1546"/>
          <p:cNvSpPr/>
          <p:nvPr/>
        </p:nvSpPr>
        <p:spPr>
          <a:xfrm>
            <a:off x="3941899" y="170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49" name="Text 1547"/>
          <p:cNvSpPr/>
          <p:nvPr/>
        </p:nvSpPr>
        <p:spPr>
          <a:xfrm>
            <a:off x="3941899" y="170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50" name="Text 1548"/>
          <p:cNvSpPr/>
          <p:nvPr/>
        </p:nvSpPr>
        <p:spPr>
          <a:xfrm>
            <a:off x="3941899" y="170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51" name="Text 1549"/>
          <p:cNvSpPr/>
          <p:nvPr/>
        </p:nvSpPr>
        <p:spPr>
          <a:xfrm>
            <a:off x="3941899" y="170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52" name="Text 1550"/>
          <p:cNvSpPr/>
          <p:nvPr/>
        </p:nvSpPr>
        <p:spPr>
          <a:xfrm>
            <a:off x="3941899" y="170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53" name="Text 1551"/>
          <p:cNvSpPr/>
          <p:nvPr/>
        </p:nvSpPr>
        <p:spPr>
          <a:xfrm>
            <a:off x="3941899" y="170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54" name="Text 1552"/>
          <p:cNvSpPr/>
          <p:nvPr/>
        </p:nvSpPr>
        <p:spPr>
          <a:xfrm>
            <a:off x="3941899" y="170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55" name="Text 1553"/>
          <p:cNvSpPr/>
          <p:nvPr/>
        </p:nvSpPr>
        <p:spPr>
          <a:xfrm>
            <a:off x="3941899" y="170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56" name="Text 1554"/>
          <p:cNvSpPr/>
          <p:nvPr/>
        </p:nvSpPr>
        <p:spPr>
          <a:xfrm>
            <a:off x="3941899" y="170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57" name="Text 1555"/>
          <p:cNvSpPr/>
          <p:nvPr/>
        </p:nvSpPr>
        <p:spPr>
          <a:xfrm>
            <a:off x="3941899" y="171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58" name="Text 1556"/>
          <p:cNvSpPr/>
          <p:nvPr/>
        </p:nvSpPr>
        <p:spPr>
          <a:xfrm>
            <a:off x="3941899" y="171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59" name="Text 1557"/>
          <p:cNvSpPr/>
          <p:nvPr/>
        </p:nvSpPr>
        <p:spPr>
          <a:xfrm>
            <a:off x="3941899" y="171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60" name="Text 1558"/>
          <p:cNvSpPr/>
          <p:nvPr/>
        </p:nvSpPr>
        <p:spPr>
          <a:xfrm>
            <a:off x="3941899" y="171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61" name="Text 1559"/>
          <p:cNvSpPr/>
          <p:nvPr/>
        </p:nvSpPr>
        <p:spPr>
          <a:xfrm>
            <a:off x="3941899" y="171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62" name="Text 1560"/>
          <p:cNvSpPr/>
          <p:nvPr/>
        </p:nvSpPr>
        <p:spPr>
          <a:xfrm>
            <a:off x="3941899" y="171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63" name="Text 1561"/>
          <p:cNvSpPr/>
          <p:nvPr/>
        </p:nvSpPr>
        <p:spPr>
          <a:xfrm>
            <a:off x="3941899" y="171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64" name="Text 1562"/>
          <p:cNvSpPr/>
          <p:nvPr/>
        </p:nvSpPr>
        <p:spPr>
          <a:xfrm>
            <a:off x="3941899" y="171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65" name="Text 1563"/>
          <p:cNvSpPr/>
          <p:nvPr/>
        </p:nvSpPr>
        <p:spPr>
          <a:xfrm>
            <a:off x="3941899" y="171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66" name="Text 1564"/>
          <p:cNvSpPr/>
          <p:nvPr/>
        </p:nvSpPr>
        <p:spPr>
          <a:xfrm>
            <a:off x="3941899" y="171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67" name="Text 1565"/>
          <p:cNvSpPr/>
          <p:nvPr/>
        </p:nvSpPr>
        <p:spPr>
          <a:xfrm>
            <a:off x="3941899" y="172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68" name="Text 1566"/>
          <p:cNvSpPr/>
          <p:nvPr/>
        </p:nvSpPr>
        <p:spPr>
          <a:xfrm>
            <a:off x="3941899" y="172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69" name="Text 1567"/>
          <p:cNvSpPr/>
          <p:nvPr/>
        </p:nvSpPr>
        <p:spPr>
          <a:xfrm>
            <a:off x="3941899" y="172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70" name="Text 1568"/>
          <p:cNvSpPr/>
          <p:nvPr/>
        </p:nvSpPr>
        <p:spPr>
          <a:xfrm>
            <a:off x="3941899" y="172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71" name="Text 1569"/>
          <p:cNvSpPr/>
          <p:nvPr/>
        </p:nvSpPr>
        <p:spPr>
          <a:xfrm>
            <a:off x="3941899" y="172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72" name="Text 1570"/>
          <p:cNvSpPr/>
          <p:nvPr/>
        </p:nvSpPr>
        <p:spPr>
          <a:xfrm>
            <a:off x="3941899" y="172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73" name="Text 1571"/>
          <p:cNvSpPr/>
          <p:nvPr/>
        </p:nvSpPr>
        <p:spPr>
          <a:xfrm>
            <a:off x="3941899" y="172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74" name="Text 1572"/>
          <p:cNvSpPr/>
          <p:nvPr/>
        </p:nvSpPr>
        <p:spPr>
          <a:xfrm>
            <a:off x="3941899" y="172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75" name="Text 1573"/>
          <p:cNvSpPr/>
          <p:nvPr/>
        </p:nvSpPr>
        <p:spPr>
          <a:xfrm>
            <a:off x="3941899" y="172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76" name="Text 1574"/>
          <p:cNvSpPr/>
          <p:nvPr/>
        </p:nvSpPr>
        <p:spPr>
          <a:xfrm>
            <a:off x="3941899" y="173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77" name="Text 1575"/>
          <p:cNvSpPr/>
          <p:nvPr/>
        </p:nvSpPr>
        <p:spPr>
          <a:xfrm>
            <a:off x="3941899" y="173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78" name="Text 1576"/>
          <p:cNvSpPr/>
          <p:nvPr/>
        </p:nvSpPr>
        <p:spPr>
          <a:xfrm>
            <a:off x="3941899" y="173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79" name="Text 1577"/>
          <p:cNvSpPr/>
          <p:nvPr/>
        </p:nvSpPr>
        <p:spPr>
          <a:xfrm>
            <a:off x="3941899" y="173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80" name="Text 1578"/>
          <p:cNvSpPr/>
          <p:nvPr/>
        </p:nvSpPr>
        <p:spPr>
          <a:xfrm>
            <a:off x="3941899" y="173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81" name="Text 1579"/>
          <p:cNvSpPr/>
          <p:nvPr/>
        </p:nvSpPr>
        <p:spPr>
          <a:xfrm>
            <a:off x="3941899" y="173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82" name="Text 1580"/>
          <p:cNvSpPr/>
          <p:nvPr/>
        </p:nvSpPr>
        <p:spPr>
          <a:xfrm>
            <a:off x="3941899" y="173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83" name="Text 1581"/>
          <p:cNvSpPr/>
          <p:nvPr/>
        </p:nvSpPr>
        <p:spPr>
          <a:xfrm>
            <a:off x="3941899" y="173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84" name="Text 1582"/>
          <p:cNvSpPr/>
          <p:nvPr/>
        </p:nvSpPr>
        <p:spPr>
          <a:xfrm>
            <a:off x="3941899" y="173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85" name="Text 1583"/>
          <p:cNvSpPr/>
          <p:nvPr/>
        </p:nvSpPr>
        <p:spPr>
          <a:xfrm>
            <a:off x="3941899" y="174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86" name="Text 1584"/>
          <p:cNvSpPr/>
          <p:nvPr/>
        </p:nvSpPr>
        <p:spPr>
          <a:xfrm>
            <a:off x="3941899" y="174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87" name="Text 1585"/>
          <p:cNvSpPr/>
          <p:nvPr/>
        </p:nvSpPr>
        <p:spPr>
          <a:xfrm>
            <a:off x="3941899" y="174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88" name="Text 1586"/>
          <p:cNvSpPr/>
          <p:nvPr/>
        </p:nvSpPr>
        <p:spPr>
          <a:xfrm>
            <a:off x="3941899" y="174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89" name="Text 1587"/>
          <p:cNvSpPr/>
          <p:nvPr/>
        </p:nvSpPr>
        <p:spPr>
          <a:xfrm>
            <a:off x="3941899" y="174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90" name="Text 1588"/>
          <p:cNvSpPr/>
          <p:nvPr/>
        </p:nvSpPr>
        <p:spPr>
          <a:xfrm>
            <a:off x="3941899" y="174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91" name="Text 1589"/>
          <p:cNvSpPr/>
          <p:nvPr/>
        </p:nvSpPr>
        <p:spPr>
          <a:xfrm>
            <a:off x="3941899" y="174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92" name="Text 1590"/>
          <p:cNvSpPr/>
          <p:nvPr/>
        </p:nvSpPr>
        <p:spPr>
          <a:xfrm>
            <a:off x="3941899" y="174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93" name="Text 1591"/>
          <p:cNvSpPr/>
          <p:nvPr/>
        </p:nvSpPr>
        <p:spPr>
          <a:xfrm>
            <a:off x="3941899" y="174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94" name="Text 1592"/>
          <p:cNvSpPr/>
          <p:nvPr/>
        </p:nvSpPr>
        <p:spPr>
          <a:xfrm>
            <a:off x="3941899" y="175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95" name="Text 1593"/>
          <p:cNvSpPr/>
          <p:nvPr/>
        </p:nvSpPr>
        <p:spPr>
          <a:xfrm>
            <a:off x="3941899" y="175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96" name="Text 1594"/>
          <p:cNvSpPr/>
          <p:nvPr/>
        </p:nvSpPr>
        <p:spPr>
          <a:xfrm>
            <a:off x="3941899" y="175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97" name="Text 1595"/>
          <p:cNvSpPr/>
          <p:nvPr/>
        </p:nvSpPr>
        <p:spPr>
          <a:xfrm>
            <a:off x="3941899" y="175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98" name="Text 1596"/>
          <p:cNvSpPr/>
          <p:nvPr/>
        </p:nvSpPr>
        <p:spPr>
          <a:xfrm>
            <a:off x="3941899" y="175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599" name="Text 1597"/>
          <p:cNvSpPr/>
          <p:nvPr/>
        </p:nvSpPr>
        <p:spPr>
          <a:xfrm>
            <a:off x="3941899" y="175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00" name="Text 1598"/>
          <p:cNvSpPr/>
          <p:nvPr/>
        </p:nvSpPr>
        <p:spPr>
          <a:xfrm>
            <a:off x="3941899" y="175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01" name="Text 1599"/>
          <p:cNvSpPr/>
          <p:nvPr/>
        </p:nvSpPr>
        <p:spPr>
          <a:xfrm>
            <a:off x="3941899" y="175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02" name="Text 1600"/>
          <p:cNvSpPr/>
          <p:nvPr/>
        </p:nvSpPr>
        <p:spPr>
          <a:xfrm>
            <a:off x="3941899" y="175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03" name="Text 1601"/>
          <p:cNvSpPr/>
          <p:nvPr/>
        </p:nvSpPr>
        <p:spPr>
          <a:xfrm>
            <a:off x="3941899" y="176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04" name="Text 1602"/>
          <p:cNvSpPr/>
          <p:nvPr/>
        </p:nvSpPr>
        <p:spPr>
          <a:xfrm>
            <a:off x="3941899" y="176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05" name="Text 1603"/>
          <p:cNvSpPr/>
          <p:nvPr/>
        </p:nvSpPr>
        <p:spPr>
          <a:xfrm>
            <a:off x="3941899" y="176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06" name="Text 1604"/>
          <p:cNvSpPr/>
          <p:nvPr/>
        </p:nvSpPr>
        <p:spPr>
          <a:xfrm>
            <a:off x="3941899" y="176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07" name="Text 1605"/>
          <p:cNvSpPr/>
          <p:nvPr/>
        </p:nvSpPr>
        <p:spPr>
          <a:xfrm>
            <a:off x="3941899" y="176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08" name="Text 1606"/>
          <p:cNvSpPr/>
          <p:nvPr/>
        </p:nvSpPr>
        <p:spPr>
          <a:xfrm>
            <a:off x="3941899" y="176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09" name="Text 1607"/>
          <p:cNvSpPr/>
          <p:nvPr/>
        </p:nvSpPr>
        <p:spPr>
          <a:xfrm>
            <a:off x="3941899" y="176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10" name="Text 1608"/>
          <p:cNvSpPr/>
          <p:nvPr/>
        </p:nvSpPr>
        <p:spPr>
          <a:xfrm>
            <a:off x="3941899" y="176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11" name="Text 1609"/>
          <p:cNvSpPr/>
          <p:nvPr/>
        </p:nvSpPr>
        <p:spPr>
          <a:xfrm>
            <a:off x="3941899" y="176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12" name="Text 1610"/>
          <p:cNvSpPr/>
          <p:nvPr/>
        </p:nvSpPr>
        <p:spPr>
          <a:xfrm>
            <a:off x="3941899" y="177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13" name="Text 1611"/>
          <p:cNvSpPr/>
          <p:nvPr/>
        </p:nvSpPr>
        <p:spPr>
          <a:xfrm>
            <a:off x="3941899" y="177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14" name="Text 1612"/>
          <p:cNvSpPr/>
          <p:nvPr/>
        </p:nvSpPr>
        <p:spPr>
          <a:xfrm>
            <a:off x="3941899" y="177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15" name="Text 1613"/>
          <p:cNvSpPr/>
          <p:nvPr/>
        </p:nvSpPr>
        <p:spPr>
          <a:xfrm>
            <a:off x="3941899" y="177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16" name="Text 1614"/>
          <p:cNvSpPr/>
          <p:nvPr/>
        </p:nvSpPr>
        <p:spPr>
          <a:xfrm>
            <a:off x="3941899" y="177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17" name="Text 1615"/>
          <p:cNvSpPr/>
          <p:nvPr/>
        </p:nvSpPr>
        <p:spPr>
          <a:xfrm>
            <a:off x="3941899" y="177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18" name="Text 1616"/>
          <p:cNvSpPr/>
          <p:nvPr/>
        </p:nvSpPr>
        <p:spPr>
          <a:xfrm>
            <a:off x="3941899" y="177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19" name="Text 1617"/>
          <p:cNvSpPr/>
          <p:nvPr/>
        </p:nvSpPr>
        <p:spPr>
          <a:xfrm>
            <a:off x="3941899" y="177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20" name="Text 1618"/>
          <p:cNvSpPr/>
          <p:nvPr/>
        </p:nvSpPr>
        <p:spPr>
          <a:xfrm>
            <a:off x="3941899" y="177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21" name="Text 1619"/>
          <p:cNvSpPr/>
          <p:nvPr/>
        </p:nvSpPr>
        <p:spPr>
          <a:xfrm>
            <a:off x="3941899" y="178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22" name="Text 1620"/>
          <p:cNvSpPr/>
          <p:nvPr/>
        </p:nvSpPr>
        <p:spPr>
          <a:xfrm>
            <a:off x="3941899" y="178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23" name="Text 1621"/>
          <p:cNvSpPr/>
          <p:nvPr/>
        </p:nvSpPr>
        <p:spPr>
          <a:xfrm>
            <a:off x="3941899" y="178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24" name="Text 1622"/>
          <p:cNvSpPr/>
          <p:nvPr/>
        </p:nvSpPr>
        <p:spPr>
          <a:xfrm>
            <a:off x="3941899" y="178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25" name="Text 1623"/>
          <p:cNvSpPr/>
          <p:nvPr/>
        </p:nvSpPr>
        <p:spPr>
          <a:xfrm>
            <a:off x="3941899" y="178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26" name="Text 1624"/>
          <p:cNvSpPr/>
          <p:nvPr/>
        </p:nvSpPr>
        <p:spPr>
          <a:xfrm>
            <a:off x="3941899" y="178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27" name="Text 1625"/>
          <p:cNvSpPr/>
          <p:nvPr/>
        </p:nvSpPr>
        <p:spPr>
          <a:xfrm>
            <a:off x="3941899" y="178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28" name="Text 1626"/>
          <p:cNvSpPr/>
          <p:nvPr/>
        </p:nvSpPr>
        <p:spPr>
          <a:xfrm>
            <a:off x="3941899" y="178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29" name="Text 1627"/>
          <p:cNvSpPr/>
          <p:nvPr/>
        </p:nvSpPr>
        <p:spPr>
          <a:xfrm>
            <a:off x="3941899" y="178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30" name="Text 1628"/>
          <p:cNvSpPr/>
          <p:nvPr/>
        </p:nvSpPr>
        <p:spPr>
          <a:xfrm>
            <a:off x="3941899" y="178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31" name="Text 1629"/>
          <p:cNvSpPr/>
          <p:nvPr/>
        </p:nvSpPr>
        <p:spPr>
          <a:xfrm>
            <a:off x="3941899" y="179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32" name="Text 1630"/>
          <p:cNvSpPr/>
          <p:nvPr/>
        </p:nvSpPr>
        <p:spPr>
          <a:xfrm>
            <a:off x="3941899" y="179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33" name="Text 1631"/>
          <p:cNvSpPr/>
          <p:nvPr/>
        </p:nvSpPr>
        <p:spPr>
          <a:xfrm>
            <a:off x="3941899" y="179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34" name="Text 1632"/>
          <p:cNvSpPr/>
          <p:nvPr/>
        </p:nvSpPr>
        <p:spPr>
          <a:xfrm>
            <a:off x="3941899" y="179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35" name="Text 1633"/>
          <p:cNvSpPr/>
          <p:nvPr/>
        </p:nvSpPr>
        <p:spPr>
          <a:xfrm>
            <a:off x="3941899" y="179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36" name="Text 1634"/>
          <p:cNvSpPr/>
          <p:nvPr/>
        </p:nvSpPr>
        <p:spPr>
          <a:xfrm>
            <a:off x="3941899" y="179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37" name="Text 1635"/>
          <p:cNvSpPr/>
          <p:nvPr/>
        </p:nvSpPr>
        <p:spPr>
          <a:xfrm>
            <a:off x="3941899" y="179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38" name="Text 1636"/>
          <p:cNvSpPr/>
          <p:nvPr/>
        </p:nvSpPr>
        <p:spPr>
          <a:xfrm>
            <a:off x="3941899" y="179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39" name="Text 1637"/>
          <p:cNvSpPr/>
          <p:nvPr/>
        </p:nvSpPr>
        <p:spPr>
          <a:xfrm>
            <a:off x="3941899" y="179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40" name="Text 1638"/>
          <p:cNvSpPr/>
          <p:nvPr/>
        </p:nvSpPr>
        <p:spPr>
          <a:xfrm>
            <a:off x="3941899" y="180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41" name="Text 1639"/>
          <p:cNvSpPr/>
          <p:nvPr/>
        </p:nvSpPr>
        <p:spPr>
          <a:xfrm>
            <a:off x="3941899" y="180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42" name="Text 1640"/>
          <p:cNvSpPr/>
          <p:nvPr/>
        </p:nvSpPr>
        <p:spPr>
          <a:xfrm>
            <a:off x="3941899" y="180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43" name="Text 1641"/>
          <p:cNvSpPr/>
          <p:nvPr/>
        </p:nvSpPr>
        <p:spPr>
          <a:xfrm>
            <a:off x="3941899" y="180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44" name="Text 1642"/>
          <p:cNvSpPr/>
          <p:nvPr/>
        </p:nvSpPr>
        <p:spPr>
          <a:xfrm>
            <a:off x="3941899" y="180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45" name="Text 1643"/>
          <p:cNvSpPr/>
          <p:nvPr/>
        </p:nvSpPr>
        <p:spPr>
          <a:xfrm>
            <a:off x="3941899" y="180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46" name="Text 1644"/>
          <p:cNvSpPr/>
          <p:nvPr/>
        </p:nvSpPr>
        <p:spPr>
          <a:xfrm>
            <a:off x="3941899" y="180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47" name="Text 1645"/>
          <p:cNvSpPr/>
          <p:nvPr/>
        </p:nvSpPr>
        <p:spPr>
          <a:xfrm>
            <a:off x="3941899" y="180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48" name="Text 1646"/>
          <p:cNvSpPr/>
          <p:nvPr/>
        </p:nvSpPr>
        <p:spPr>
          <a:xfrm>
            <a:off x="3941899" y="180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49" name="Text 1647"/>
          <p:cNvSpPr/>
          <p:nvPr/>
        </p:nvSpPr>
        <p:spPr>
          <a:xfrm>
            <a:off x="3941899" y="181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50" name="Text 1648"/>
          <p:cNvSpPr/>
          <p:nvPr/>
        </p:nvSpPr>
        <p:spPr>
          <a:xfrm>
            <a:off x="3941899" y="181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51" name="Text 1649"/>
          <p:cNvSpPr/>
          <p:nvPr/>
        </p:nvSpPr>
        <p:spPr>
          <a:xfrm>
            <a:off x="3941899" y="181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52" name="Text 1650"/>
          <p:cNvSpPr/>
          <p:nvPr/>
        </p:nvSpPr>
        <p:spPr>
          <a:xfrm>
            <a:off x="3941899" y="181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53" name="Text 1651"/>
          <p:cNvSpPr/>
          <p:nvPr/>
        </p:nvSpPr>
        <p:spPr>
          <a:xfrm>
            <a:off x="3941899" y="181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54" name="Text 1652"/>
          <p:cNvSpPr/>
          <p:nvPr/>
        </p:nvSpPr>
        <p:spPr>
          <a:xfrm>
            <a:off x="3941899" y="181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55" name="Text 1653"/>
          <p:cNvSpPr/>
          <p:nvPr/>
        </p:nvSpPr>
        <p:spPr>
          <a:xfrm>
            <a:off x="3941899" y="181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56" name="Text 1654"/>
          <p:cNvSpPr/>
          <p:nvPr/>
        </p:nvSpPr>
        <p:spPr>
          <a:xfrm>
            <a:off x="3941899" y="181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57" name="Text 1655"/>
          <p:cNvSpPr/>
          <p:nvPr/>
        </p:nvSpPr>
        <p:spPr>
          <a:xfrm>
            <a:off x="3941899" y="181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58" name="Text 1656"/>
          <p:cNvSpPr/>
          <p:nvPr/>
        </p:nvSpPr>
        <p:spPr>
          <a:xfrm>
            <a:off x="3941899" y="182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59" name="Text 1657"/>
          <p:cNvSpPr/>
          <p:nvPr/>
        </p:nvSpPr>
        <p:spPr>
          <a:xfrm>
            <a:off x="3941899" y="182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60" name="Text 1658"/>
          <p:cNvSpPr/>
          <p:nvPr/>
        </p:nvSpPr>
        <p:spPr>
          <a:xfrm>
            <a:off x="3941899" y="182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61" name="Text 1659"/>
          <p:cNvSpPr/>
          <p:nvPr/>
        </p:nvSpPr>
        <p:spPr>
          <a:xfrm>
            <a:off x="3941899" y="182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62" name="Text 1660"/>
          <p:cNvSpPr/>
          <p:nvPr/>
        </p:nvSpPr>
        <p:spPr>
          <a:xfrm>
            <a:off x="3941899" y="182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63" name="Text 1661"/>
          <p:cNvSpPr/>
          <p:nvPr/>
        </p:nvSpPr>
        <p:spPr>
          <a:xfrm>
            <a:off x="3941899" y="182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64" name="Text 1662"/>
          <p:cNvSpPr/>
          <p:nvPr/>
        </p:nvSpPr>
        <p:spPr>
          <a:xfrm>
            <a:off x="3941899" y="182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65" name="Text 1663"/>
          <p:cNvSpPr/>
          <p:nvPr/>
        </p:nvSpPr>
        <p:spPr>
          <a:xfrm>
            <a:off x="3941899" y="182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66" name="Text 1664"/>
          <p:cNvSpPr/>
          <p:nvPr/>
        </p:nvSpPr>
        <p:spPr>
          <a:xfrm>
            <a:off x="3941899" y="182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67" name="Text 1665"/>
          <p:cNvSpPr/>
          <p:nvPr/>
        </p:nvSpPr>
        <p:spPr>
          <a:xfrm>
            <a:off x="3941899" y="183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68" name="Text 1666"/>
          <p:cNvSpPr/>
          <p:nvPr/>
        </p:nvSpPr>
        <p:spPr>
          <a:xfrm>
            <a:off x="3941899" y="183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69" name="Text 1667"/>
          <p:cNvSpPr/>
          <p:nvPr/>
        </p:nvSpPr>
        <p:spPr>
          <a:xfrm>
            <a:off x="3941899" y="183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70" name="Text 1668"/>
          <p:cNvSpPr/>
          <p:nvPr/>
        </p:nvSpPr>
        <p:spPr>
          <a:xfrm>
            <a:off x="3941899" y="183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71" name="Text 1669"/>
          <p:cNvSpPr/>
          <p:nvPr/>
        </p:nvSpPr>
        <p:spPr>
          <a:xfrm>
            <a:off x="3941899" y="183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72" name="Text 1670"/>
          <p:cNvSpPr/>
          <p:nvPr/>
        </p:nvSpPr>
        <p:spPr>
          <a:xfrm>
            <a:off x="3941899" y="183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73" name="Text 1671"/>
          <p:cNvSpPr/>
          <p:nvPr/>
        </p:nvSpPr>
        <p:spPr>
          <a:xfrm>
            <a:off x="3941899" y="183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74" name="Text 1672"/>
          <p:cNvSpPr/>
          <p:nvPr/>
        </p:nvSpPr>
        <p:spPr>
          <a:xfrm>
            <a:off x="3941899" y="183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75" name="Text 1673"/>
          <p:cNvSpPr/>
          <p:nvPr/>
        </p:nvSpPr>
        <p:spPr>
          <a:xfrm>
            <a:off x="3941899" y="183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76" name="Text 1674"/>
          <p:cNvSpPr/>
          <p:nvPr/>
        </p:nvSpPr>
        <p:spPr>
          <a:xfrm>
            <a:off x="3941899" y="184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77" name="Text 1675"/>
          <p:cNvSpPr/>
          <p:nvPr/>
        </p:nvSpPr>
        <p:spPr>
          <a:xfrm>
            <a:off x="3941899" y="184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78" name="Text 1676"/>
          <p:cNvSpPr/>
          <p:nvPr/>
        </p:nvSpPr>
        <p:spPr>
          <a:xfrm>
            <a:off x="3941899" y="184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79" name="Text 1677"/>
          <p:cNvSpPr/>
          <p:nvPr/>
        </p:nvSpPr>
        <p:spPr>
          <a:xfrm>
            <a:off x="3941899" y="184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80" name="Text 1678"/>
          <p:cNvSpPr/>
          <p:nvPr/>
        </p:nvSpPr>
        <p:spPr>
          <a:xfrm>
            <a:off x="3941899" y="184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81" name="Text 1679"/>
          <p:cNvSpPr/>
          <p:nvPr/>
        </p:nvSpPr>
        <p:spPr>
          <a:xfrm>
            <a:off x="3941899" y="184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82" name="Text 1680"/>
          <p:cNvSpPr/>
          <p:nvPr/>
        </p:nvSpPr>
        <p:spPr>
          <a:xfrm>
            <a:off x="3941899" y="184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83" name="Text 1681"/>
          <p:cNvSpPr/>
          <p:nvPr/>
        </p:nvSpPr>
        <p:spPr>
          <a:xfrm>
            <a:off x="3941899" y="184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84" name="Text 1682"/>
          <p:cNvSpPr/>
          <p:nvPr/>
        </p:nvSpPr>
        <p:spPr>
          <a:xfrm>
            <a:off x="3941899" y="184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85" name="Text 1683"/>
          <p:cNvSpPr/>
          <p:nvPr/>
        </p:nvSpPr>
        <p:spPr>
          <a:xfrm>
            <a:off x="3941899" y="185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86" name="Text 1684"/>
          <p:cNvSpPr/>
          <p:nvPr/>
        </p:nvSpPr>
        <p:spPr>
          <a:xfrm>
            <a:off x="3941899" y="185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87" name="Text 1685"/>
          <p:cNvSpPr/>
          <p:nvPr/>
        </p:nvSpPr>
        <p:spPr>
          <a:xfrm>
            <a:off x="3941899" y="185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88" name="Text 1686"/>
          <p:cNvSpPr/>
          <p:nvPr/>
        </p:nvSpPr>
        <p:spPr>
          <a:xfrm>
            <a:off x="3941899" y="185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89" name="Text 1687"/>
          <p:cNvSpPr/>
          <p:nvPr/>
        </p:nvSpPr>
        <p:spPr>
          <a:xfrm>
            <a:off x="3941899" y="185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90" name="Text 1688"/>
          <p:cNvSpPr/>
          <p:nvPr/>
        </p:nvSpPr>
        <p:spPr>
          <a:xfrm>
            <a:off x="3941899" y="185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91" name="Text 1689"/>
          <p:cNvSpPr/>
          <p:nvPr/>
        </p:nvSpPr>
        <p:spPr>
          <a:xfrm>
            <a:off x="3941899" y="185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92" name="Text 1690"/>
          <p:cNvSpPr/>
          <p:nvPr/>
        </p:nvSpPr>
        <p:spPr>
          <a:xfrm>
            <a:off x="3941899" y="185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93" name="Text 1691"/>
          <p:cNvSpPr/>
          <p:nvPr/>
        </p:nvSpPr>
        <p:spPr>
          <a:xfrm>
            <a:off x="3941899" y="185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94" name="Text 1692"/>
          <p:cNvSpPr/>
          <p:nvPr/>
        </p:nvSpPr>
        <p:spPr>
          <a:xfrm>
            <a:off x="3941899" y="185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95" name="Text 1693"/>
          <p:cNvSpPr/>
          <p:nvPr/>
        </p:nvSpPr>
        <p:spPr>
          <a:xfrm>
            <a:off x="3941899" y="186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96" name="Text 1694"/>
          <p:cNvSpPr/>
          <p:nvPr/>
        </p:nvSpPr>
        <p:spPr>
          <a:xfrm>
            <a:off x="3941899" y="186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97" name="Text 1695"/>
          <p:cNvSpPr/>
          <p:nvPr/>
        </p:nvSpPr>
        <p:spPr>
          <a:xfrm>
            <a:off x="3941899" y="186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98" name="Text 1696"/>
          <p:cNvSpPr/>
          <p:nvPr/>
        </p:nvSpPr>
        <p:spPr>
          <a:xfrm>
            <a:off x="3941899" y="186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699" name="Text 1697"/>
          <p:cNvSpPr/>
          <p:nvPr/>
        </p:nvSpPr>
        <p:spPr>
          <a:xfrm>
            <a:off x="3941899" y="186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00" name="Text 1698"/>
          <p:cNvSpPr/>
          <p:nvPr/>
        </p:nvSpPr>
        <p:spPr>
          <a:xfrm>
            <a:off x="3941899" y="186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01" name="Text 1699"/>
          <p:cNvSpPr/>
          <p:nvPr/>
        </p:nvSpPr>
        <p:spPr>
          <a:xfrm>
            <a:off x="3941899" y="186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02" name="Text 1700"/>
          <p:cNvSpPr/>
          <p:nvPr/>
        </p:nvSpPr>
        <p:spPr>
          <a:xfrm>
            <a:off x="3941899" y="186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03" name="Text 1701"/>
          <p:cNvSpPr/>
          <p:nvPr/>
        </p:nvSpPr>
        <p:spPr>
          <a:xfrm>
            <a:off x="3941899" y="186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04" name="Text 1702"/>
          <p:cNvSpPr/>
          <p:nvPr/>
        </p:nvSpPr>
        <p:spPr>
          <a:xfrm>
            <a:off x="3941899" y="187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05" name="Text 1703"/>
          <p:cNvSpPr/>
          <p:nvPr/>
        </p:nvSpPr>
        <p:spPr>
          <a:xfrm>
            <a:off x="3941899" y="187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06" name="Text 1704"/>
          <p:cNvSpPr/>
          <p:nvPr/>
        </p:nvSpPr>
        <p:spPr>
          <a:xfrm>
            <a:off x="3941899" y="187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07" name="Text 1705"/>
          <p:cNvSpPr/>
          <p:nvPr/>
        </p:nvSpPr>
        <p:spPr>
          <a:xfrm>
            <a:off x="3941899" y="187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08" name="Text 1706"/>
          <p:cNvSpPr/>
          <p:nvPr/>
        </p:nvSpPr>
        <p:spPr>
          <a:xfrm>
            <a:off x="3941899" y="187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09" name="Text 1707"/>
          <p:cNvSpPr/>
          <p:nvPr/>
        </p:nvSpPr>
        <p:spPr>
          <a:xfrm>
            <a:off x="3941899" y="187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10" name="Text 1708"/>
          <p:cNvSpPr/>
          <p:nvPr/>
        </p:nvSpPr>
        <p:spPr>
          <a:xfrm>
            <a:off x="3941899" y="187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11" name="Text 1709"/>
          <p:cNvSpPr/>
          <p:nvPr/>
        </p:nvSpPr>
        <p:spPr>
          <a:xfrm>
            <a:off x="3941899" y="187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12" name="Text 1710"/>
          <p:cNvSpPr/>
          <p:nvPr/>
        </p:nvSpPr>
        <p:spPr>
          <a:xfrm>
            <a:off x="3941899" y="187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13" name="Text 1711"/>
          <p:cNvSpPr/>
          <p:nvPr/>
        </p:nvSpPr>
        <p:spPr>
          <a:xfrm>
            <a:off x="3941899" y="188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14" name="Text 1712"/>
          <p:cNvSpPr/>
          <p:nvPr/>
        </p:nvSpPr>
        <p:spPr>
          <a:xfrm>
            <a:off x="3941899" y="188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15" name="Text 1713"/>
          <p:cNvSpPr/>
          <p:nvPr/>
        </p:nvSpPr>
        <p:spPr>
          <a:xfrm>
            <a:off x="3941899" y="188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16" name="Text 1714"/>
          <p:cNvSpPr/>
          <p:nvPr/>
        </p:nvSpPr>
        <p:spPr>
          <a:xfrm>
            <a:off x="3941899" y="188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17" name="Text 1715"/>
          <p:cNvSpPr/>
          <p:nvPr/>
        </p:nvSpPr>
        <p:spPr>
          <a:xfrm>
            <a:off x="3941899" y="188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18" name="Text 1716"/>
          <p:cNvSpPr/>
          <p:nvPr/>
        </p:nvSpPr>
        <p:spPr>
          <a:xfrm>
            <a:off x="3941899" y="188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19" name="Text 1717"/>
          <p:cNvSpPr/>
          <p:nvPr/>
        </p:nvSpPr>
        <p:spPr>
          <a:xfrm>
            <a:off x="3941899" y="188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20" name="Text 1718"/>
          <p:cNvSpPr/>
          <p:nvPr/>
        </p:nvSpPr>
        <p:spPr>
          <a:xfrm>
            <a:off x="3941899" y="188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21" name="Text 1719"/>
          <p:cNvSpPr/>
          <p:nvPr/>
        </p:nvSpPr>
        <p:spPr>
          <a:xfrm>
            <a:off x="3941899" y="188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22" name="Text 1720"/>
          <p:cNvSpPr/>
          <p:nvPr/>
        </p:nvSpPr>
        <p:spPr>
          <a:xfrm>
            <a:off x="3941899" y="189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23" name="Text 1721"/>
          <p:cNvSpPr/>
          <p:nvPr/>
        </p:nvSpPr>
        <p:spPr>
          <a:xfrm>
            <a:off x="3941899" y="189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24" name="Text 1722"/>
          <p:cNvSpPr/>
          <p:nvPr/>
        </p:nvSpPr>
        <p:spPr>
          <a:xfrm>
            <a:off x="3941899" y="189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25" name="Text 1723"/>
          <p:cNvSpPr/>
          <p:nvPr/>
        </p:nvSpPr>
        <p:spPr>
          <a:xfrm>
            <a:off x="3941899" y="189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26" name="Text 1724"/>
          <p:cNvSpPr/>
          <p:nvPr/>
        </p:nvSpPr>
        <p:spPr>
          <a:xfrm>
            <a:off x="3941899" y="189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27" name="Text 1725"/>
          <p:cNvSpPr/>
          <p:nvPr/>
        </p:nvSpPr>
        <p:spPr>
          <a:xfrm>
            <a:off x="3941899" y="189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28" name="Text 1726"/>
          <p:cNvSpPr/>
          <p:nvPr/>
        </p:nvSpPr>
        <p:spPr>
          <a:xfrm>
            <a:off x="3941899" y="189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29" name="Text 1727"/>
          <p:cNvSpPr/>
          <p:nvPr/>
        </p:nvSpPr>
        <p:spPr>
          <a:xfrm>
            <a:off x="3941899" y="189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30" name="Text 1728"/>
          <p:cNvSpPr/>
          <p:nvPr/>
        </p:nvSpPr>
        <p:spPr>
          <a:xfrm>
            <a:off x="3941899" y="189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31" name="Text 1729"/>
          <p:cNvSpPr/>
          <p:nvPr/>
        </p:nvSpPr>
        <p:spPr>
          <a:xfrm>
            <a:off x="3941899" y="190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32" name="Text 1730"/>
          <p:cNvSpPr/>
          <p:nvPr/>
        </p:nvSpPr>
        <p:spPr>
          <a:xfrm>
            <a:off x="3941899" y="190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33" name="Text 1731"/>
          <p:cNvSpPr/>
          <p:nvPr/>
        </p:nvSpPr>
        <p:spPr>
          <a:xfrm>
            <a:off x="3941899" y="190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34" name="Text 1732"/>
          <p:cNvSpPr/>
          <p:nvPr/>
        </p:nvSpPr>
        <p:spPr>
          <a:xfrm>
            <a:off x="3941899" y="190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35" name="Text 1733"/>
          <p:cNvSpPr/>
          <p:nvPr/>
        </p:nvSpPr>
        <p:spPr>
          <a:xfrm>
            <a:off x="3941899" y="190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36" name="Text 1734"/>
          <p:cNvSpPr/>
          <p:nvPr/>
        </p:nvSpPr>
        <p:spPr>
          <a:xfrm>
            <a:off x="3941899" y="190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37" name="Text 1735"/>
          <p:cNvSpPr/>
          <p:nvPr/>
        </p:nvSpPr>
        <p:spPr>
          <a:xfrm>
            <a:off x="3941899" y="190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38" name="Text 1736"/>
          <p:cNvSpPr/>
          <p:nvPr/>
        </p:nvSpPr>
        <p:spPr>
          <a:xfrm>
            <a:off x="3941899" y="190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39" name="Text 1737"/>
          <p:cNvSpPr/>
          <p:nvPr/>
        </p:nvSpPr>
        <p:spPr>
          <a:xfrm>
            <a:off x="3941899" y="190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40" name="Text 1738"/>
          <p:cNvSpPr/>
          <p:nvPr/>
        </p:nvSpPr>
        <p:spPr>
          <a:xfrm>
            <a:off x="3941899" y="191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41" name="Text 1739"/>
          <p:cNvSpPr/>
          <p:nvPr/>
        </p:nvSpPr>
        <p:spPr>
          <a:xfrm>
            <a:off x="3941899" y="191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42" name="Text 1740"/>
          <p:cNvSpPr/>
          <p:nvPr/>
        </p:nvSpPr>
        <p:spPr>
          <a:xfrm>
            <a:off x="3941899" y="191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43" name="Text 1741"/>
          <p:cNvSpPr/>
          <p:nvPr/>
        </p:nvSpPr>
        <p:spPr>
          <a:xfrm>
            <a:off x="3941899" y="191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44" name="Text 1742"/>
          <p:cNvSpPr/>
          <p:nvPr/>
        </p:nvSpPr>
        <p:spPr>
          <a:xfrm>
            <a:off x="3941899" y="191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45" name="Text 1743"/>
          <p:cNvSpPr/>
          <p:nvPr/>
        </p:nvSpPr>
        <p:spPr>
          <a:xfrm>
            <a:off x="3941899" y="191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46" name="Text 1744"/>
          <p:cNvSpPr/>
          <p:nvPr/>
        </p:nvSpPr>
        <p:spPr>
          <a:xfrm>
            <a:off x="3941899" y="191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47" name="Text 1745"/>
          <p:cNvSpPr/>
          <p:nvPr/>
        </p:nvSpPr>
        <p:spPr>
          <a:xfrm>
            <a:off x="3941899" y="191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48" name="Text 1746"/>
          <p:cNvSpPr/>
          <p:nvPr/>
        </p:nvSpPr>
        <p:spPr>
          <a:xfrm>
            <a:off x="3941899" y="191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49" name="Text 1747"/>
          <p:cNvSpPr/>
          <p:nvPr/>
        </p:nvSpPr>
        <p:spPr>
          <a:xfrm>
            <a:off x="3941899" y="192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50" name="Text 1748"/>
          <p:cNvSpPr/>
          <p:nvPr/>
        </p:nvSpPr>
        <p:spPr>
          <a:xfrm>
            <a:off x="3941899" y="192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51" name="Text 1749"/>
          <p:cNvSpPr/>
          <p:nvPr/>
        </p:nvSpPr>
        <p:spPr>
          <a:xfrm>
            <a:off x="3941899" y="192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52" name="Text 1750"/>
          <p:cNvSpPr/>
          <p:nvPr/>
        </p:nvSpPr>
        <p:spPr>
          <a:xfrm>
            <a:off x="3941899" y="192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53" name="Text 1751"/>
          <p:cNvSpPr/>
          <p:nvPr/>
        </p:nvSpPr>
        <p:spPr>
          <a:xfrm>
            <a:off x="3941899" y="192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54" name="Text 1752"/>
          <p:cNvSpPr/>
          <p:nvPr/>
        </p:nvSpPr>
        <p:spPr>
          <a:xfrm>
            <a:off x="3941899" y="192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55" name="Text 1753"/>
          <p:cNvSpPr/>
          <p:nvPr/>
        </p:nvSpPr>
        <p:spPr>
          <a:xfrm>
            <a:off x="3941899" y="192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56" name="Text 1754"/>
          <p:cNvSpPr/>
          <p:nvPr/>
        </p:nvSpPr>
        <p:spPr>
          <a:xfrm>
            <a:off x="3941899" y="192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57" name="Text 1755"/>
          <p:cNvSpPr/>
          <p:nvPr/>
        </p:nvSpPr>
        <p:spPr>
          <a:xfrm>
            <a:off x="3941899" y="192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58" name="Text 1756"/>
          <p:cNvSpPr/>
          <p:nvPr/>
        </p:nvSpPr>
        <p:spPr>
          <a:xfrm>
            <a:off x="3941899" y="192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59" name="Text 1757"/>
          <p:cNvSpPr/>
          <p:nvPr/>
        </p:nvSpPr>
        <p:spPr>
          <a:xfrm>
            <a:off x="3941899" y="193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60" name="Text 1758"/>
          <p:cNvSpPr/>
          <p:nvPr/>
        </p:nvSpPr>
        <p:spPr>
          <a:xfrm>
            <a:off x="3941899" y="193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61" name="Text 1759"/>
          <p:cNvSpPr/>
          <p:nvPr/>
        </p:nvSpPr>
        <p:spPr>
          <a:xfrm>
            <a:off x="3941899" y="193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62" name="Text 1760"/>
          <p:cNvSpPr/>
          <p:nvPr/>
        </p:nvSpPr>
        <p:spPr>
          <a:xfrm>
            <a:off x="3941899" y="193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63" name="Text 1761"/>
          <p:cNvSpPr/>
          <p:nvPr/>
        </p:nvSpPr>
        <p:spPr>
          <a:xfrm>
            <a:off x="3941899" y="193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64" name="Text 1762"/>
          <p:cNvSpPr/>
          <p:nvPr/>
        </p:nvSpPr>
        <p:spPr>
          <a:xfrm>
            <a:off x="3941899" y="193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65" name="Text 1763"/>
          <p:cNvSpPr/>
          <p:nvPr/>
        </p:nvSpPr>
        <p:spPr>
          <a:xfrm>
            <a:off x="3941899" y="193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66" name="Text 1764"/>
          <p:cNvSpPr/>
          <p:nvPr/>
        </p:nvSpPr>
        <p:spPr>
          <a:xfrm>
            <a:off x="3941899" y="193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67" name="Text 1765"/>
          <p:cNvSpPr/>
          <p:nvPr/>
        </p:nvSpPr>
        <p:spPr>
          <a:xfrm>
            <a:off x="3941899" y="193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68" name="Text 1766"/>
          <p:cNvSpPr/>
          <p:nvPr/>
        </p:nvSpPr>
        <p:spPr>
          <a:xfrm>
            <a:off x="3941899" y="194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69" name="Text 1767"/>
          <p:cNvSpPr/>
          <p:nvPr/>
        </p:nvSpPr>
        <p:spPr>
          <a:xfrm>
            <a:off x="3941899" y="194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70" name="Text 1768"/>
          <p:cNvSpPr/>
          <p:nvPr/>
        </p:nvSpPr>
        <p:spPr>
          <a:xfrm>
            <a:off x="3941899" y="194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71" name="Text 1769"/>
          <p:cNvSpPr/>
          <p:nvPr/>
        </p:nvSpPr>
        <p:spPr>
          <a:xfrm>
            <a:off x="3941899" y="194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72" name="Text 1770"/>
          <p:cNvSpPr/>
          <p:nvPr/>
        </p:nvSpPr>
        <p:spPr>
          <a:xfrm>
            <a:off x="3941899" y="194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73" name="Text 1771"/>
          <p:cNvSpPr/>
          <p:nvPr/>
        </p:nvSpPr>
        <p:spPr>
          <a:xfrm>
            <a:off x="3941899" y="194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74" name="Text 1772"/>
          <p:cNvSpPr/>
          <p:nvPr/>
        </p:nvSpPr>
        <p:spPr>
          <a:xfrm>
            <a:off x="3941899" y="194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75" name="Text 1773"/>
          <p:cNvSpPr/>
          <p:nvPr/>
        </p:nvSpPr>
        <p:spPr>
          <a:xfrm>
            <a:off x="3941899" y="194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76" name="Text 1774"/>
          <p:cNvSpPr/>
          <p:nvPr/>
        </p:nvSpPr>
        <p:spPr>
          <a:xfrm>
            <a:off x="3941899" y="194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77" name="Text 1775"/>
          <p:cNvSpPr/>
          <p:nvPr/>
        </p:nvSpPr>
        <p:spPr>
          <a:xfrm>
            <a:off x="3941899" y="195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78" name="Text 1776"/>
          <p:cNvSpPr/>
          <p:nvPr/>
        </p:nvSpPr>
        <p:spPr>
          <a:xfrm>
            <a:off x="3941899" y="195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79" name="Text 1777"/>
          <p:cNvSpPr/>
          <p:nvPr/>
        </p:nvSpPr>
        <p:spPr>
          <a:xfrm>
            <a:off x="3941899" y="195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80" name="Text 1778"/>
          <p:cNvSpPr/>
          <p:nvPr/>
        </p:nvSpPr>
        <p:spPr>
          <a:xfrm>
            <a:off x="3941899" y="195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81" name="Text 1779"/>
          <p:cNvSpPr/>
          <p:nvPr/>
        </p:nvSpPr>
        <p:spPr>
          <a:xfrm>
            <a:off x="3941899" y="195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82" name="Text 1780"/>
          <p:cNvSpPr/>
          <p:nvPr/>
        </p:nvSpPr>
        <p:spPr>
          <a:xfrm>
            <a:off x="3941899" y="195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83" name="Text 1781"/>
          <p:cNvSpPr/>
          <p:nvPr/>
        </p:nvSpPr>
        <p:spPr>
          <a:xfrm>
            <a:off x="3941899" y="195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84" name="Text 1782"/>
          <p:cNvSpPr/>
          <p:nvPr/>
        </p:nvSpPr>
        <p:spPr>
          <a:xfrm>
            <a:off x="3941899" y="195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85" name="Text 1783"/>
          <p:cNvSpPr/>
          <p:nvPr/>
        </p:nvSpPr>
        <p:spPr>
          <a:xfrm>
            <a:off x="3941899" y="195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86" name="Text 1784"/>
          <p:cNvSpPr/>
          <p:nvPr/>
        </p:nvSpPr>
        <p:spPr>
          <a:xfrm>
            <a:off x="3941899" y="196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87" name="Text 1785"/>
          <p:cNvSpPr/>
          <p:nvPr/>
        </p:nvSpPr>
        <p:spPr>
          <a:xfrm>
            <a:off x="3941899" y="196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88" name="Text 1786"/>
          <p:cNvSpPr/>
          <p:nvPr/>
        </p:nvSpPr>
        <p:spPr>
          <a:xfrm>
            <a:off x="3941899" y="196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89" name="Text 1787"/>
          <p:cNvSpPr/>
          <p:nvPr/>
        </p:nvSpPr>
        <p:spPr>
          <a:xfrm>
            <a:off x="3941899" y="196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90" name="Text 1788"/>
          <p:cNvSpPr/>
          <p:nvPr/>
        </p:nvSpPr>
        <p:spPr>
          <a:xfrm>
            <a:off x="3941899" y="196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91" name="Text 1789"/>
          <p:cNvSpPr/>
          <p:nvPr/>
        </p:nvSpPr>
        <p:spPr>
          <a:xfrm>
            <a:off x="3941899" y="196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92" name="Text 1790"/>
          <p:cNvSpPr/>
          <p:nvPr/>
        </p:nvSpPr>
        <p:spPr>
          <a:xfrm>
            <a:off x="3941899" y="196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93" name="Text 1791"/>
          <p:cNvSpPr/>
          <p:nvPr/>
        </p:nvSpPr>
        <p:spPr>
          <a:xfrm>
            <a:off x="3941899" y="196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94" name="Text 1792"/>
          <p:cNvSpPr/>
          <p:nvPr/>
        </p:nvSpPr>
        <p:spPr>
          <a:xfrm>
            <a:off x="3941899" y="196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95" name="Text 1793"/>
          <p:cNvSpPr/>
          <p:nvPr/>
        </p:nvSpPr>
        <p:spPr>
          <a:xfrm>
            <a:off x="3941899" y="197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96" name="Text 1794"/>
          <p:cNvSpPr/>
          <p:nvPr/>
        </p:nvSpPr>
        <p:spPr>
          <a:xfrm>
            <a:off x="3941899" y="197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97" name="Text 1795"/>
          <p:cNvSpPr/>
          <p:nvPr/>
        </p:nvSpPr>
        <p:spPr>
          <a:xfrm>
            <a:off x="3941899" y="197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98" name="Text 1796"/>
          <p:cNvSpPr/>
          <p:nvPr/>
        </p:nvSpPr>
        <p:spPr>
          <a:xfrm>
            <a:off x="3941899" y="197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799" name="Text 1797"/>
          <p:cNvSpPr/>
          <p:nvPr/>
        </p:nvSpPr>
        <p:spPr>
          <a:xfrm>
            <a:off x="3941899" y="197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00" name="Text 1798"/>
          <p:cNvSpPr/>
          <p:nvPr/>
        </p:nvSpPr>
        <p:spPr>
          <a:xfrm>
            <a:off x="3941899" y="197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01" name="Text 1799"/>
          <p:cNvSpPr/>
          <p:nvPr/>
        </p:nvSpPr>
        <p:spPr>
          <a:xfrm>
            <a:off x="3941899" y="197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02" name="Text 1800"/>
          <p:cNvSpPr/>
          <p:nvPr/>
        </p:nvSpPr>
        <p:spPr>
          <a:xfrm>
            <a:off x="3941899" y="197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03" name="Text 1801"/>
          <p:cNvSpPr/>
          <p:nvPr/>
        </p:nvSpPr>
        <p:spPr>
          <a:xfrm>
            <a:off x="3941899" y="197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04" name="Text 1802"/>
          <p:cNvSpPr/>
          <p:nvPr/>
        </p:nvSpPr>
        <p:spPr>
          <a:xfrm>
            <a:off x="3941899" y="198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05" name="Text 1803"/>
          <p:cNvSpPr/>
          <p:nvPr/>
        </p:nvSpPr>
        <p:spPr>
          <a:xfrm>
            <a:off x="3941899" y="198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06" name="Text 1804"/>
          <p:cNvSpPr/>
          <p:nvPr/>
        </p:nvSpPr>
        <p:spPr>
          <a:xfrm>
            <a:off x="3941899" y="198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07" name="Text 1805"/>
          <p:cNvSpPr/>
          <p:nvPr/>
        </p:nvSpPr>
        <p:spPr>
          <a:xfrm>
            <a:off x="3941899" y="198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08" name="Text 1806"/>
          <p:cNvSpPr/>
          <p:nvPr/>
        </p:nvSpPr>
        <p:spPr>
          <a:xfrm>
            <a:off x="3941899" y="198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09" name="Text 1807"/>
          <p:cNvSpPr/>
          <p:nvPr/>
        </p:nvSpPr>
        <p:spPr>
          <a:xfrm>
            <a:off x="3941899" y="198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10" name="Text 1808"/>
          <p:cNvSpPr/>
          <p:nvPr/>
        </p:nvSpPr>
        <p:spPr>
          <a:xfrm>
            <a:off x="3941899" y="198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11" name="Text 1809"/>
          <p:cNvSpPr/>
          <p:nvPr/>
        </p:nvSpPr>
        <p:spPr>
          <a:xfrm>
            <a:off x="3941899" y="198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12" name="Text 1810"/>
          <p:cNvSpPr/>
          <p:nvPr/>
        </p:nvSpPr>
        <p:spPr>
          <a:xfrm>
            <a:off x="3941899" y="198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13" name="Text 1811"/>
          <p:cNvSpPr/>
          <p:nvPr/>
        </p:nvSpPr>
        <p:spPr>
          <a:xfrm>
            <a:off x="3941899" y="199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14" name="Text 1812"/>
          <p:cNvSpPr/>
          <p:nvPr/>
        </p:nvSpPr>
        <p:spPr>
          <a:xfrm>
            <a:off x="3941899" y="199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15" name="Text 1813"/>
          <p:cNvSpPr/>
          <p:nvPr/>
        </p:nvSpPr>
        <p:spPr>
          <a:xfrm>
            <a:off x="3941899" y="199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16" name="Text 1814"/>
          <p:cNvSpPr/>
          <p:nvPr/>
        </p:nvSpPr>
        <p:spPr>
          <a:xfrm>
            <a:off x="3941899" y="199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17" name="Text 1815"/>
          <p:cNvSpPr/>
          <p:nvPr/>
        </p:nvSpPr>
        <p:spPr>
          <a:xfrm>
            <a:off x="3941899" y="199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18" name="Text 1816"/>
          <p:cNvSpPr/>
          <p:nvPr/>
        </p:nvSpPr>
        <p:spPr>
          <a:xfrm>
            <a:off x="3941899" y="199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19" name="Text 1817"/>
          <p:cNvSpPr/>
          <p:nvPr/>
        </p:nvSpPr>
        <p:spPr>
          <a:xfrm>
            <a:off x="3941899" y="199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20" name="Text 1818"/>
          <p:cNvSpPr/>
          <p:nvPr/>
        </p:nvSpPr>
        <p:spPr>
          <a:xfrm>
            <a:off x="3941899" y="199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21" name="Text 1819"/>
          <p:cNvSpPr/>
          <p:nvPr/>
        </p:nvSpPr>
        <p:spPr>
          <a:xfrm>
            <a:off x="3941899" y="199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22" name="Text 1820"/>
          <p:cNvSpPr/>
          <p:nvPr/>
        </p:nvSpPr>
        <p:spPr>
          <a:xfrm>
            <a:off x="3941899" y="199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23" name="Text 1821"/>
          <p:cNvSpPr/>
          <p:nvPr/>
        </p:nvSpPr>
        <p:spPr>
          <a:xfrm>
            <a:off x="3941899" y="200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24" name="Text 1822"/>
          <p:cNvSpPr/>
          <p:nvPr/>
        </p:nvSpPr>
        <p:spPr>
          <a:xfrm>
            <a:off x="3941899" y="200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25" name="Text 1823"/>
          <p:cNvSpPr/>
          <p:nvPr/>
        </p:nvSpPr>
        <p:spPr>
          <a:xfrm>
            <a:off x="3941899" y="200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26" name="Text 1824"/>
          <p:cNvSpPr/>
          <p:nvPr/>
        </p:nvSpPr>
        <p:spPr>
          <a:xfrm>
            <a:off x="3941899" y="200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27" name="Text 1825"/>
          <p:cNvSpPr/>
          <p:nvPr/>
        </p:nvSpPr>
        <p:spPr>
          <a:xfrm>
            <a:off x="3941899" y="200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28" name="Text 1826"/>
          <p:cNvSpPr/>
          <p:nvPr/>
        </p:nvSpPr>
        <p:spPr>
          <a:xfrm>
            <a:off x="3941899" y="200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29" name="Text 1827"/>
          <p:cNvSpPr/>
          <p:nvPr/>
        </p:nvSpPr>
        <p:spPr>
          <a:xfrm>
            <a:off x="3941899" y="200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30" name="Text 1828"/>
          <p:cNvSpPr/>
          <p:nvPr/>
        </p:nvSpPr>
        <p:spPr>
          <a:xfrm>
            <a:off x="3941899" y="200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31" name="Text 1829"/>
          <p:cNvSpPr/>
          <p:nvPr/>
        </p:nvSpPr>
        <p:spPr>
          <a:xfrm>
            <a:off x="3941899" y="200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32" name="Text 1830"/>
          <p:cNvSpPr/>
          <p:nvPr/>
        </p:nvSpPr>
        <p:spPr>
          <a:xfrm>
            <a:off x="3941899" y="201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33" name="Text 1831"/>
          <p:cNvSpPr/>
          <p:nvPr/>
        </p:nvSpPr>
        <p:spPr>
          <a:xfrm>
            <a:off x="3941899" y="201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34" name="Text 1832"/>
          <p:cNvSpPr/>
          <p:nvPr/>
        </p:nvSpPr>
        <p:spPr>
          <a:xfrm>
            <a:off x="3941899" y="201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35" name="Text 1833"/>
          <p:cNvSpPr/>
          <p:nvPr/>
        </p:nvSpPr>
        <p:spPr>
          <a:xfrm>
            <a:off x="3941899" y="201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36" name="Text 1834"/>
          <p:cNvSpPr/>
          <p:nvPr/>
        </p:nvSpPr>
        <p:spPr>
          <a:xfrm>
            <a:off x="3941899" y="201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37" name="Text 1835"/>
          <p:cNvSpPr/>
          <p:nvPr/>
        </p:nvSpPr>
        <p:spPr>
          <a:xfrm>
            <a:off x="3941899" y="201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38" name="Text 1836"/>
          <p:cNvSpPr/>
          <p:nvPr/>
        </p:nvSpPr>
        <p:spPr>
          <a:xfrm>
            <a:off x="3941899" y="201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39" name="Text 1837"/>
          <p:cNvSpPr/>
          <p:nvPr/>
        </p:nvSpPr>
        <p:spPr>
          <a:xfrm>
            <a:off x="3941899" y="201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40" name="Text 1838"/>
          <p:cNvSpPr/>
          <p:nvPr/>
        </p:nvSpPr>
        <p:spPr>
          <a:xfrm>
            <a:off x="3941899" y="201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41" name="Text 1839"/>
          <p:cNvSpPr/>
          <p:nvPr/>
        </p:nvSpPr>
        <p:spPr>
          <a:xfrm>
            <a:off x="3941899" y="202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42" name="Text 1840"/>
          <p:cNvSpPr/>
          <p:nvPr/>
        </p:nvSpPr>
        <p:spPr>
          <a:xfrm>
            <a:off x="3941899" y="202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43" name="Text 1841"/>
          <p:cNvSpPr/>
          <p:nvPr/>
        </p:nvSpPr>
        <p:spPr>
          <a:xfrm>
            <a:off x="3941899" y="202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44" name="Text 1842"/>
          <p:cNvSpPr/>
          <p:nvPr/>
        </p:nvSpPr>
        <p:spPr>
          <a:xfrm>
            <a:off x="3941899" y="202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45" name="Text 1843"/>
          <p:cNvSpPr/>
          <p:nvPr/>
        </p:nvSpPr>
        <p:spPr>
          <a:xfrm>
            <a:off x="3941899" y="202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46" name="Text 1844"/>
          <p:cNvSpPr/>
          <p:nvPr/>
        </p:nvSpPr>
        <p:spPr>
          <a:xfrm>
            <a:off x="3941899" y="202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47" name="Text 1845"/>
          <p:cNvSpPr/>
          <p:nvPr/>
        </p:nvSpPr>
        <p:spPr>
          <a:xfrm>
            <a:off x="3941899" y="202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48" name="Text 1846"/>
          <p:cNvSpPr/>
          <p:nvPr/>
        </p:nvSpPr>
        <p:spPr>
          <a:xfrm>
            <a:off x="3941899" y="202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49" name="Text 1847"/>
          <p:cNvSpPr/>
          <p:nvPr/>
        </p:nvSpPr>
        <p:spPr>
          <a:xfrm>
            <a:off x="3941899" y="202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50" name="Text 1848"/>
          <p:cNvSpPr/>
          <p:nvPr/>
        </p:nvSpPr>
        <p:spPr>
          <a:xfrm>
            <a:off x="3941899" y="203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51" name="Text 1849"/>
          <p:cNvSpPr/>
          <p:nvPr/>
        </p:nvSpPr>
        <p:spPr>
          <a:xfrm>
            <a:off x="3941899" y="203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52" name="Text 1850"/>
          <p:cNvSpPr/>
          <p:nvPr/>
        </p:nvSpPr>
        <p:spPr>
          <a:xfrm>
            <a:off x="3941899" y="203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53" name="Text 1851"/>
          <p:cNvSpPr/>
          <p:nvPr/>
        </p:nvSpPr>
        <p:spPr>
          <a:xfrm>
            <a:off x="3941899" y="203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54" name="Text 1852"/>
          <p:cNvSpPr/>
          <p:nvPr/>
        </p:nvSpPr>
        <p:spPr>
          <a:xfrm>
            <a:off x="3941899" y="203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55" name="Text 1853"/>
          <p:cNvSpPr/>
          <p:nvPr/>
        </p:nvSpPr>
        <p:spPr>
          <a:xfrm>
            <a:off x="3941899" y="203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56" name="Text 1854"/>
          <p:cNvSpPr/>
          <p:nvPr/>
        </p:nvSpPr>
        <p:spPr>
          <a:xfrm>
            <a:off x="3941899" y="203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57" name="Text 1855"/>
          <p:cNvSpPr/>
          <p:nvPr/>
        </p:nvSpPr>
        <p:spPr>
          <a:xfrm>
            <a:off x="3941899" y="203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58" name="Text 1856"/>
          <p:cNvSpPr/>
          <p:nvPr/>
        </p:nvSpPr>
        <p:spPr>
          <a:xfrm>
            <a:off x="3941899" y="203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59" name="Text 1857"/>
          <p:cNvSpPr/>
          <p:nvPr/>
        </p:nvSpPr>
        <p:spPr>
          <a:xfrm>
            <a:off x="3941899" y="204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60" name="Text 1858"/>
          <p:cNvSpPr/>
          <p:nvPr/>
        </p:nvSpPr>
        <p:spPr>
          <a:xfrm>
            <a:off x="3941899" y="204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61" name="Text 1859"/>
          <p:cNvSpPr/>
          <p:nvPr/>
        </p:nvSpPr>
        <p:spPr>
          <a:xfrm>
            <a:off x="3941899" y="204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62" name="Text 1860"/>
          <p:cNvSpPr/>
          <p:nvPr/>
        </p:nvSpPr>
        <p:spPr>
          <a:xfrm>
            <a:off x="3941899" y="204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63" name="Text 1861"/>
          <p:cNvSpPr/>
          <p:nvPr/>
        </p:nvSpPr>
        <p:spPr>
          <a:xfrm>
            <a:off x="3941899" y="204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64" name="Text 1862"/>
          <p:cNvSpPr/>
          <p:nvPr/>
        </p:nvSpPr>
        <p:spPr>
          <a:xfrm>
            <a:off x="3941899" y="204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65" name="Text 1863"/>
          <p:cNvSpPr/>
          <p:nvPr/>
        </p:nvSpPr>
        <p:spPr>
          <a:xfrm>
            <a:off x="3941899" y="204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66" name="Text 1864"/>
          <p:cNvSpPr/>
          <p:nvPr/>
        </p:nvSpPr>
        <p:spPr>
          <a:xfrm>
            <a:off x="3941899" y="204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67" name="Text 1865"/>
          <p:cNvSpPr/>
          <p:nvPr/>
        </p:nvSpPr>
        <p:spPr>
          <a:xfrm>
            <a:off x="3941899" y="204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68" name="Text 1866"/>
          <p:cNvSpPr/>
          <p:nvPr/>
        </p:nvSpPr>
        <p:spPr>
          <a:xfrm>
            <a:off x="3941899" y="205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69" name="Text 1867"/>
          <p:cNvSpPr/>
          <p:nvPr/>
        </p:nvSpPr>
        <p:spPr>
          <a:xfrm>
            <a:off x="3941899" y="205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70" name="Text 1868"/>
          <p:cNvSpPr/>
          <p:nvPr/>
        </p:nvSpPr>
        <p:spPr>
          <a:xfrm>
            <a:off x="3941899" y="205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71" name="Text 1869"/>
          <p:cNvSpPr/>
          <p:nvPr/>
        </p:nvSpPr>
        <p:spPr>
          <a:xfrm>
            <a:off x="3941899" y="205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72" name="Text 1870"/>
          <p:cNvSpPr/>
          <p:nvPr/>
        </p:nvSpPr>
        <p:spPr>
          <a:xfrm>
            <a:off x="3941899" y="205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73" name="Text 1871"/>
          <p:cNvSpPr/>
          <p:nvPr/>
        </p:nvSpPr>
        <p:spPr>
          <a:xfrm>
            <a:off x="3941899" y="205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74" name="Text 1872"/>
          <p:cNvSpPr/>
          <p:nvPr/>
        </p:nvSpPr>
        <p:spPr>
          <a:xfrm>
            <a:off x="3941899" y="205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75" name="Text 1873"/>
          <p:cNvSpPr/>
          <p:nvPr/>
        </p:nvSpPr>
        <p:spPr>
          <a:xfrm>
            <a:off x="3941899" y="205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76" name="Text 1874"/>
          <p:cNvSpPr/>
          <p:nvPr/>
        </p:nvSpPr>
        <p:spPr>
          <a:xfrm>
            <a:off x="3941899" y="205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77" name="Text 1875"/>
          <p:cNvSpPr/>
          <p:nvPr/>
        </p:nvSpPr>
        <p:spPr>
          <a:xfrm>
            <a:off x="3941899" y="206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78" name="Text 1876"/>
          <p:cNvSpPr/>
          <p:nvPr/>
        </p:nvSpPr>
        <p:spPr>
          <a:xfrm>
            <a:off x="3941899" y="206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79" name="Text 1877"/>
          <p:cNvSpPr/>
          <p:nvPr/>
        </p:nvSpPr>
        <p:spPr>
          <a:xfrm>
            <a:off x="3941899" y="206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80" name="Text 1878"/>
          <p:cNvSpPr/>
          <p:nvPr/>
        </p:nvSpPr>
        <p:spPr>
          <a:xfrm>
            <a:off x="3941899" y="206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81" name="Text 1879"/>
          <p:cNvSpPr/>
          <p:nvPr/>
        </p:nvSpPr>
        <p:spPr>
          <a:xfrm>
            <a:off x="3941899" y="206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82" name="Text 1880"/>
          <p:cNvSpPr/>
          <p:nvPr/>
        </p:nvSpPr>
        <p:spPr>
          <a:xfrm>
            <a:off x="3941899" y="206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83" name="Text 1881"/>
          <p:cNvSpPr/>
          <p:nvPr/>
        </p:nvSpPr>
        <p:spPr>
          <a:xfrm>
            <a:off x="3941899" y="206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84" name="Text 1882"/>
          <p:cNvSpPr/>
          <p:nvPr/>
        </p:nvSpPr>
        <p:spPr>
          <a:xfrm>
            <a:off x="3941899" y="206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85" name="Text 1883"/>
          <p:cNvSpPr/>
          <p:nvPr/>
        </p:nvSpPr>
        <p:spPr>
          <a:xfrm>
            <a:off x="3941899" y="206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86" name="Text 1884"/>
          <p:cNvSpPr/>
          <p:nvPr/>
        </p:nvSpPr>
        <p:spPr>
          <a:xfrm>
            <a:off x="3941899" y="206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87" name="Text 1885"/>
          <p:cNvSpPr/>
          <p:nvPr/>
        </p:nvSpPr>
        <p:spPr>
          <a:xfrm>
            <a:off x="3941899" y="207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88" name="Text 1886"/>
          <p:cNvSpPr/>
          <p:nvPr/>
        </p:nvSpPr>
        <p:spPr>
          <a:xfrm>
            <a:off x="3941899" y="207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89" name="Text 1887"/>
          <p:cNvSpPr/>
          <p:nvPr/>
        </p:nvSpPr>
        <p:spPr>
          <a:xfrm>
            <a:off x="3941899" y="207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90" name="Text 1888"/>
          <p:cNvSpPr/>
          <p:nvPr/>
        </p:nvSpPr>
        <p:spPr>
          <a:xfrm>
            <a:off x="3941899" y="207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91" name="Text 1889"/>
          <p:cNvSpPr/>
          <p:nvPr/>
        </p:nvSpPr>
        <p:spPr>
          <a:xfrm>
            <a:off x="3941899" y="207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92" name="Text 1890"/>
          <p:cNvSpPr/>
          <p:nvPr/>
        </p:nvSpPr>
        <p:spPr>
          <a:xfrm>
            <a:off x="3941899" y="207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93" name="Text 1891"/>
          <p:cNvSpPr/>
          <p:nvPr/>
        </p:nvSpPr>
        <p:spPr>
          <a:xfrm>
            <a:off x="3941899" y="207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94" name="Text 1892"/>
          <p:cNvSpPr/>
          <p:nvPr/>
        </p:nvSpPr>
        <p:spPr>
          <a:xfrm>
            <a:off x="3941899" y="207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95" name="Text 1893"/>
          <p:cNvSpPr/>
          <p:nvPr/>
        </p:nvSpPr>
        <p:spPr>
          <a:xfrm>
            <a:off x="3941899" y="207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96" name="Text 1894"/>
          <p:cNvSpPr/>
          <p:nvPr/>
        </p:nvSpPr>
        <p:spPr>
          <a:xfrm>
            <a:off x="3941899" y="208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97" name="Text 1895"/>
          <p:cNvSpPr/>
          <p:nvPr/>
        </p:nvSpPr>
        <p:spPr>
          <a:xfrm>
            <a:off x="3941899" y="208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98" name="Text 1896"/>
          <p:cNvSpPr/>
          <p:nvPr/>
        </p:nvSpPr>
        <p:spPr>
          <a:xfrm>
            <a:off x="3941899" y="208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899" name="Text 1897"/>
          <p:cNvSpPr/>
          <p:nvPr/>
        </p:nvSpPr>
        <p:spPr>
          <a:xfrm>
            <a:off x="3941899" y="208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00" name="Text 1898"/>
          <p:cNvSpPr/>
          <p:nvPr/>
        </p:nvSpPr>
        <p:spPr>
          <a:xfrm>
            <a:off x="3941899" y="208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01" name="Text 1899"/>
          <p:cNvSpPr/>
          <p:nvPr/>
        </p:nvSpPr>
        <p:spPr>
          <a:xfrm>
            <a:off x="3941899" y="208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02" name="Text 1900"/>
          <p:cNvSpPr/>
          <p:nvPr/>
        </p:nvSpPr>
        <p:spPr>
          <a:xfrm>
            <a:off x="3941899" y="208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03" name="Text 1901"/>
          <p:cNvSpPr/>
          <p:nvPr/>
        </p:nvSpPr>
        <p:spPr>
          <a:xfrm>
            <a:off x="3941899" y="208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04" name="Text 1902"/>
          <p:cNvSpPr/>
          <p:nvPr/>
        </p:nvSpPr>
        <p:spPr>
          <a:xfrm>
            <a:off x="3941899" y="208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05" name="Text 1903"/>
          <p:cNvSpPr/>
          <p:nvPr/>
        </p:nvSpPr>
        <p:spPr>
          <a:xfrm>
            <a:off x="3941899" y="209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06" name="Text 1904"/>
          <p:cNvSpPr/>
          <p:nvPr/>
        </p:nvSpPr>
        <p:spPr>
          <a:xfrm>
            <a:off x="3941899" y="209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07" name="Text 1905"/>
          <p:cNvSpPr/>
          <p:nvPr/>
        </p:nvSpPr>
        <p:spPr>
          <a:xfrm>
            <a:off x="3941899" y="209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08" name="Text 1906"/>
          <p:cNvSpPr/>
          <p:nvPr/>
        </p:nvSpPr>
        <p:spPr>
          <a:xfrm>
            <a:off x="3941899" y="209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09" name="Text 1907"/>
          <p:cNvSpPr/>
          <p:nvPr/>
        </p:nvSpPr>
        <p:spPr>
          <a:xfrm>
            <a:off x="3941899" y="209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10" name="Text 1908"/>
          <p:cNvSpPr/>
          <p:nvPr/>
        </p:nvSpPr>
        <p:spPr>
          <a:xfrm>
            <a:off x="3941899" y="209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11" name="Text 1909"/>
          <p:cNvSpPr/>
          <p:nvPr/>
        </p:nvSpPr>
        <p:spPr>
          <a:xfrm>
            <a:off x="3941899" y="209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12" name="Text 1910"/>
          <p:cNvSpPr/>
          <p:nvPr/>
        </p:nvSpPr>
        <p:spPr>
          <a:xfrm>
            <a:off x="3941899" y="209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13" name="Text 1911"/>
          <p:cNvSpPr/>
          <p:nvPr/>
        </p:nvSpPr>
        <p:spPr>
          <a:xfrm>
            <a:off x="3941899" y="209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14" name="Text 1912"/>
          <p:cNvSpPr/>
          <p:nvPr/>
        </p:nvSpPr>
        <p:spPr>
          <a:xfrm>
            <a:off x="3941899" y="210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15" name="Text 1913"/>
          <p:cNvSpPr/>
          <p:nvPr/>
        </p:nvSpPr>
        <p:spPr>
          <a:xfrm>
            <a:off x="3941899" y="210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16" name="Text 1914"/>
          <p:cNvSpPr/>
          <p:nvPr/>
        </p:nvSpPr>
        <p:spPr>
          <a:xfrm>
            <a:off x="3941899" y="210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17" name="Text 1915"/>
          <p:cNvSpPr/>
          <p:nvPr/>
        </p:nvSpPr>
        <p:spPr>
          <a:xfrm>
            <a:off x="3941899" y="210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18" name="Text 1916"/>
          <p:cNvSpPr/>
          <p:nvPr/>
        </p:nvSpPr>
        <p:spPr>
          <a:xfrm>
            <a:off x="3941899" y="210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19" name="Text 1917"/>
          <p:cNvSpPr/>
          <p:nvPr/>
        </p:nvSpPr>
        <p:spPr>
          <a:xfrm>
            <a:off x="3941899" y="210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20" name="Text 1918"/>
          <p:cNvSpPr/>
          <p:nvPr/>
        </p:nvSpPr>
        <p:spPr>
          <a:xfrm>
            <a:off x="3941899" y="210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21" name="Text 1919"/>
          <p:cNvSpPr/>
          <p:nvPr/>
        </p:nvSpPr>
        <p:spPr>
          <a:xfrm>
            <a:off x="3941899" y="210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22" name="Text 1920"/>
          <p:cNvSpPr/>
          <p:nvPr/>
        </p:nvSpPr>
        <p:spPr>
          <a:xfrm>
            <a:off x="3941899" y="210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23" name="Text 1921"/>
          <p:cNvSpPr/>
          <p:nvPr/>
        </p:nvSpPr>
        <p:spPr>
          <a:xfrm>
            <a:off x="3941899" y="211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24" name="Text 1922"/>
          <p:cNvSpPr/>
          <p:nvPr/>
        </p:nvSpPr>
        <p:spPr>
          <a:xfrm>
            <a:off x="3941899" y="211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25" name="Text 1923"/>
          <p:cNvSpPr/>
          <p:nvPr/>
        </p:nvSpPr>
        <p:spPr>
          <a:xfrm>
            <a:off x="3941899" y="211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26" name="Text 1924"/>
          <p:cNvSpPr/>
          <p:nvPr/>
        </p:nvSpPr>
        <p:spPr>
          <a:xfrm>
            <a:off x="3941899" y="211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27" name="Text 1925"/>
          <p:cNvSpPr/>
          <p:nvPr/>
        </p:nvSpPr>
        <p:spPr>
          <a:xfrm>
            <a:off x="3941899" y="211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28" name="Text 1926"/>
          <p:cNvSpPr/>
          <p:nvPr/>
        </p:nvSpPr>
        <p:spPr>
          <a:xfrm>
            <a:off x="3941899" y="211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29" name="Text 1927"/>
          <p:cNvSpPr/>
          <p:nvPr/>
        </p:nvSpPr>
        <p:spPr>
          <a:xfrm>
            <a:off x="3941899" y="211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30" name="Text 1928"/>
          <p:cNvSpPr/>
          <p:nvPr/>
        </p:nvSpPr>
        <p:spPr>
          <a:xfrm>
            <a:off x="3941899" y="211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31" name="Text 1929"/>
          <p:cNvSpPr/>
          <p:nvPr/>
        </p:nvSpPr>
        <p:spPr>
          <a:xfrm>
            <a:off x="3941899" y="211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32" name="Text 1930"/>
          <p:cNvSpPr/>
          <p:nvPr/>
        </p:nvSpPr>
        <p:spPr>
          <a:xfrm>
            <a:off x="3941899" y="212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33" name="Text 1931"/>
          <p:cNvSpPr/>
          <p:nvPr/>
        </p:nvSpPr>
        <p:spPr>
          <a:xfrm>
            <a:off x="3941899" y="212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34" name="Text 1932"/>
          <p:cNvSpPr/>
          <p:nvPr/>
        </p:nvSpPr>
        <p:spPr>
          <a:xfrm>
            <a:off x="3941899" y="212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35" name="Text 1933"/>
          <p:cNvSpPr/>
          <p:nvPr/>
        </p:nvSpPr>
        <p:spPr>
          <a:xfrm>
            <a:off x="3941899" y="212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36" name="Text 1934"/>
          <p:cNvSpPr/>
          <p:nvPr/>
        </p:nvSpPr>
        <p:spPr>
          <a:xfrm>
            <a:off x="3941899" y="212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37" name="Text 1935"/>
          <p:cNvSpPr/>
          <p:nvPr/>
        </p:nvSpPr>
        <p:spPr>
          <a:xfrm>
            <a:off x="3941899" y="212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38" name="Text 1936"/>
          <p:cNvSpPr/>
          <p:nvPr/>
        </p:nvSpPr>
        <p:spPr>
          <a:xfrm>
            <a:off x="3941899" y="212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39" name="Text 1937"/>
          <p:cNvSpPr/>
          <p:nvPr/>
        </p:nvSpPr>
        <p:spPr>
          <a:xfrm>
            <a:off x="3941899" y="212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40" name="Text 1938"/>
          <p:cNvSpPr/>
          <p:nvPr/>
        </p:nvSpPr>
        <p:spPr>
          <a:xfrm>
            <a:off x="3941899" y="212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41" name="Text 1939"/>
          <p:cNvSpPr/>
          <p:nvPr/>
        </p:nvSpPr>
        <p:spPr>
          <a:xfrm>
            <a:off x="3941899" y="213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42" name="Text 1940"/>
          <p:cNvSpPr/>
          <p:nvPr/>
        </p:nvSpPr>
        <p:spPr>
          <a:xfrm>
            <a:off x="3941899" y="213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43" name="Text 1941"/>
          <p:cNvSpPr/>
          <p:nvPr/>
        </p:nvSpPr>
        <p:spPr>
          <a:xfrm>
            <a:off x="3941899" y="213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44" name="Text 1942"/>
          <p:cNvSpPr/>
          <p:nvPr/>
        </p:nvSpPr>
        <p:spPr>
          <a:xfrm>
            <a:off x="3941899" y="213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45" name="Text 1943"/>
          <p:cNvSpPr/>
          <p:nvPr/>
        </p:nvSpPr>
        <p:spPr>
          <a:xfrm>
            <a:off x="3941899" y="213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46" name="Text 1944"/>
          <p:cNvSpPr/>
          <p:nvPr/>
        </p:nvSpPr>
        <p:spPr>
          <a:xfrm>
            <a:off x="3941899" y="213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47" name="Text 1945"/>
          <p:cNvSpPr/>
          <p:nvPr/>
        </p:nvSpPr>
        <p:spPr>
          <a:xfrm>
            <a:off x="3941899" y="213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48" name="Text 1946"/>
          <p:cNvSpPr/>
          <p:nvPr/>
        </p:nvSpPr>
        <p:spPr>
          <a:xfrm>
            <a:off x="3941899" y="213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49" name="Text 1947"/>
          <p:cNvSpPr/>
          <p:nvPr/>
        </p:nvSpPr>
        <p:spPr>
          <a:xfrm>
            <a:off x="3941899" y="213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50" name="Text 1948"/>
          <p:cNvSpPr/>
          <p:nvPr/>
        </p:nvSpPr>
        <p:spPr>
          <a:xfrm>
            <a:off x="3941899" y="213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51" name="Text 1949"/>
          <p:cNvSpPr/>
          <p:nvPr/>
        </p:nvSpPr>
        <p:spPr>
          <a:xfrm>
            <a:off x="3941899" y="214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52" name="Text 1950"/>
          <p:cNvSpPr/>
          <p:nvPr/>
        </p:nvSpPr>
        <p:spPr>
          <a:xfrm>
            <a:off x="3941899" y="214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53" name="Text 1951"/>
          <p:cNvSpPr/>
          <p:nvPr/>
        </p:nvSpPr>
        <p:spPr>
          <a:xfrm>
            <a:off x="3941899" y="214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54" name="Text 1952"/>
          <p:cNvSpPr/>
          <p:nvPr/>
        </p:nvSpPr>
        <p:spPr>
          <a:xfrm>
            <a:off x="3941899" y="214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55" name="Text 1953"/>
          <p:cNvSpPr/>
          <p:nvPr/>
        </p:nvSpPr>
        <p:spPr>
          <a:xfrm>
            <a:off x="3941899" y="214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56" name="Text 1954"/>
          <p:cNvSpPr/>
          <p:nvPr/>
        </p:nvSpPr>
        <p:spPr>
          <a:xfrm>
            <a:off x="3941899" y="214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57" name="Text 1955"/>
          <p:cNvSpPr/>
          <p:nvPr/>
        </p:nvSpPr>
        <p:spPr>
          <a:xfrm>
            <a:off x="3941899" y="214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58" name="Text 1956"/>
          <p:cNvSpPr/>
          <p:nvPr/>
        </p:nvSpPr>
        <p:spPr>
          <a:xfrm>
            <a:off x="3941899" y="214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59" name="Text 1957"/>
          <p:cNvSpPr/>
          <p:nvPr/>
        </p:nvSpPr>
        <p:spPr>
          <a:xfrm>
            <a:off x="3941899" y="214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60" name="Text 1958"/>
          <p:cNvSpPr/>
          <p:nvPr/>
        </p:nvSpPr>
        <p:spPr>
          <a:xfrm>
            <a:off x="3941899" y="215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61" name="Text 1959"/>
          <p:cNvSpPr/>
          <p:nvPr/>
        </p:nvSpPr>
        <p:spPr>
          <a:xfrm>
            <a:off x="3941899" y="215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62" name="Text 1960"/>
          <p:cNvSpPr/>
          <p:nvPr/>
        </p:nvSpPr>
        <p:spPr>
          <a:xfrm>
            <a:off x="3941899" y="215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63" name="Text 1961"/>
          <p:cNvSpPr/>
          <p:nvPr/>
        </p:nvSpPr>
        <p:spPr>
          <a:xfrm>
            <a:off x="3941899" y="215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64" name="Text 1962"/>
          <p:cNvSpPr/>
          <p:nvPr/>
        </p:nvSpPr>
        <p:spPr>
          <a:xfrm>
            <a:off x="3941899" y="215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65" name="Text 1963"/>
          <p:cNvSpPr/>
          <p:nvPr/>
        </p:nvSpPr>
        <p:spPr>
          <a:xfrm>
            <a:off x="3941899" y="215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66" name="Text 1964"/>
          <p:cNvSpPr/>
          <p:nvPr/>
        </p:nvSpPr>
        <p:spPr>
          <a:xfrm>
            <a:off x="3941899" y="215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67" name="Text 1965"/>
          <p:cNvSpPr/>
          <p:nvPr/>
        </p:nvSpPr>
        <p:spPr>
          <a:xfrm>
            <a:off x="3941899" y="215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68" name="Text 1966"/>
          <p:cNvSpPr/>
          <p:nvPr/>
        </p:nvSpPr>
        <p:spPr>
          <a:xfrm>
            <a:off x="3941899" y="215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69" name="Text 1967"/>
          <p:cNvSpPr/>
          <p:nvPr/>
        </p:nvSpPr>
        <p:spPr>
          <a:xfrm>
            <a:off x="3941899" y="216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70" name="Text 1968"/>
          <p:cNvSpPr/>
          <p:nvPr/>
        </p:nvSpPr>
        <p:spPr>
          <a:xfrm>
            <a:off x="3941899" y="216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71" name="Text 1969"/>
          <p:cNvSpPr/>
          <p:nvPr/>
        </p:nvSpPr>
        <p:spPr>
          <a:xfrm>
            <a:off x="3941899" y="216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72" name="Text 1970"/>
          <p:cNvSpPr/>
          <p:nvPr/>
        </p:nvSpPr>
        <p:spPr>
          <a:xfrm>
            <a:off x="3941899" y="216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73" name="Text 1971"/>
          <p:cNvSpPr/>
          <p:nvPr/>
        </p:nvSpPr>
        <p:spPr>
          <a:xfrm>
            <a:off x="3941899" y="216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74" name="Text 1972"/>
          <p:cNvSpPr/>
          <p:nvPr/>
        </p:nvSpPr>
        <p:spPr>
          <a:xfrm>
            <a:off x="3941899" y="216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75" name="Text 1973"/>
          <p:cNvSpPr/>
          <p:nvPr/>
        </p:nvSpPr>
        <p:spPr>
          <a:xfrm>
            <a:off x="3941899" y="216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76" name="Text 1974"/>
          <p:cNvSpPr/>
          <p:nvPr/>
        </p:nvSpPr>
        <p:spPr>
          <a:xfrm>
            <a:off x="3941899" y="216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77" name="Text 1975"/>
          <p:cNvSpPr/>
          <p:nvPr/>
        </p:nvSpPr>
        <p:spPr>
          <a:xfrm>
            <a:off x="3941899" y="216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78" name="Text 1976"/>
          <p:cNvSpPr/>
          <p:nvPr/>
        </p:nvSpPr>
        <p:spPr>
          <a:xfrm>
            <a:off x="3941899" y="217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79" name="Text 1977"/>
          <p:cNvSpPr/>
          <p:nvPr/>
        </p:nvSpPr>
        <p:spPr>
          <a:xfrm>
            <a:off x="3941899" y="217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80" name="Text 1978"/>
          <p:cNvSpPr/>
          <p:nvPr/>
        </p:nvSpPr>
        <p:spPr>
          <a:xfrm>
            <a:off x="3941899" y="217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81" name="Text 1979"/>
          <p:cNvSpPr/>
          <p:nvPr/>
        </p:nvSpPr>
        <p:spPr>
          <a:xfrm>
            <a:off x="3941899" y="217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82" name="Text 1980"/>
          <p:cNvSpPr/>
          <p:nvPr/>
        </p:nvSpPr>
        <p:spPr>
          <a:xfrm>
            <a:off x="3941899" y="217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83" name="Text 1981"/>
          <p:cNvSpPr/>
          <p:nvPr/>
        </p:nvSpPr>
        <p:spPr>
          <a:xfrm>
            <a:off x="3941899" y="217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84" name="Text 1982"/>
          <p:cNvSpPr/>
          <p:nvPr/>
        </p:nvSpPr>
        <p:spPr>
          <a:xfrm>
            <a:off x="3941899" y="217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85" name="Text 1983"/>
          <p:cNvSpPr/>
          <p:nvPr/>
        </p:nvSpPr>
        <p:spPr>
          <a:xfrm>
            <a:off x="3941899" y="217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86" name="Text 1984"/>
          <p:cNvSpPr/>
          <p:nvPr/>
        </p:nvSpPr>
        <p:spPr>
          <a:xfrm>
            <a:off x="3941899" y="217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87" name="Text 1985"/>
          <p:cNvSpPr/>
          <p:nvPr/>
        </p:nvSpPr>
        <p:spPr>
          <a:xfrm>
            <a:off x="3941899" y="218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88" name="Text 1986"/>
          <p:cNvSpPr/>
          <p:nvPr/>
        </p:nvSpPr>
        <p:spPr>
          <a:xfrm>
            <a:off x="3941899" y="218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89" name="Text 1987"/>
          <p:cNvSpPr/>
          <p:nvPr/>
        </p:nvSpPr>
        <p:spPr>
          <a:xfrm>
            <a:off x="3941899" y="218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90" name="Text 1988"/>
          <p:cNvSpPr/>
          <p:nvPr/>
        </p:nvSpPr>
        <p:spPr>
          <a:xfrm>
            <a:off x="3941899" y="218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91" name="Text 1989"/>
          <p:cNvSpPr/>
          <p:nvPr/>
        </p:nvSpPr>
        <p:spPr>
          <a:xfrm>
            <a:off x="3941899" y="218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92" name="Text 1990"/>
          <p:cNvSpPr/>
          <p:nvPr/>
        </p:nvSpPr>
        <p:spPr>
          <a:xfrm>
            <a:off x="3941899" y="218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93" name="Text 1991"/>
          <p:cNvSpPr/>
          <p:nvPr/>
        </p:nvSpPr>
        <p:spPr>
          <a:xfrm>
            <a:off x="3941899" y="218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94" name="Text 1992"/>
          <p:cNvSpPr/>
          <p:nvPr/>
        </p:nvSpPr>
        <p:spPr>
          <a:xfrm>
            <a:off x="3941899" y="218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95" name="Text 1993"/>
          <p:cNvSpPr/>
          <p:nvPr/>
        </p:nvSpPr>
        <p:spPr>
          <a:xfrm>
            <a:off x="3941899" y="218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96" name="Text 1994"/>
          <p:cNvSpPr/>
          <p:nvPr/>
        </p:nvSpPr>
        <p:spPr>
          <a:xfrm>
            <a:off x="3941899" y="219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97" name="Text 1995"/>
          <p:cNvSpPr/>
          <p:nvPr/>
        </p:nvSpPr>
        <p:spPr>
          <a:xfrm>
            <a:off x="3941899" y="219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98" name="Text 1996"/>
          <p:cNvSpPr/>
          <p:nvPr/>
        </p:nvSpPr>
        <p:spPr>
          <a:xfrm>
            <a:off x="3941899" y="219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1999" name="Text 1997"/>
          <p:cNvSpPr/>
          <p:nvPr/>
        </p:nvSpPr>
        <p:spPr>
          <a:xfrm>
            <a:off x="3941899" y="219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00" name="Text 1998"/>
          <p:cNvSpPr/>
          <p:nvPr/>
        </p:nvSpPr>
        <p:spPr>
          <a:xfrm>
            <a:off x="3941899" y="219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01" name="Text 1999"/>
          <p:cNvSpPr/>
          <p:nvPr/>
        </p:nvSpPr>
        <p:spPr>
          <a:xfrm>
            <a:off x="3941899" y="219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02" name="Text 2000"/>
          <p:cNvSpPr/>
          <p:nvPr/>
        </p:nvSpPr>
        <p:spPr>
          <a:xfrm>
            <a:off x="3941899" y="219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03" name="Text 2001"/>
          <p:cNvSpPr/>
          <p:nvPr/>
        </p:nvSpPr>
        <p:spPr>
          <a:xfrm>
            <a:off x="3941899" y="219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04" name="Text 2002"/>
          <p:cNvSpPr/>
          <p:nvPr/>
        </p:nvSpPr>
        <p:spPr>
          <a:xfrm>
            <a:off x="3941899" y="219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05" name="Text 2003"/>
          <p:cNvSpPr/>
          <p:nvPr/>
        </p:nvSpPr>
        <p:spPr>
          <a:xfrm>
            <a:off x="3941899" y="220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06" name="Text 2004"/>
          <p:cNvSpPr/>
          <p:nvPr/>
        </p:nvSpPr>
        <p:spPr>
          <a:xfrm>
            <a:off x="3941899" y="220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07" name="Text 2005"/>
          <p:cNvSpPr/>
          <p:nvPr/>
        </p:nvSpPr>
        <p:spPr>
          <a:xfrm>
            <a:off x="3941899" y="220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08" name="Text 2006"/>
          <p:cNvSpPr/>
          <p:nvPr/>
        </p:nvSpPr>
        <p:spPr>
          <a:xfrm>
            <a:off x="3941899" y="220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09" name="Text 2007"/>
          <p:cNvSpPr/>
          <p:nvPr/>
        </p:nvSpPr>
        <p:spPr>
          <a:xfrm>
            <a:off x="3941899" y="220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10" name="Text 2008"/>
          <p:cNvSpPr/>
          <p:nvPr/>
        </p:nvSpPr>
        <p:spPr>
          <a:xfrm>
            <a:off x="3941899" y="220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11" name="Text 2009"/>
          <p:cNvSpPr/>
          <p:nvPr/>
        </p:nvSpPr>
        <p:spPr>
          <a:xfrm>
            <a:off x="3941899" y="220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12" name="Text 2010"/>
          <p:cNvSpPr/>
          <p:nvPr/>
        </p:nvSpPr>
        <p:spPr>
          <a:xfrm>
            <a:off x="3941899" y="220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13" name="Text 2011"/>
          <p:cNvSpPr/>
          <p:nvPr/>
        </p:nvSpPr>
        <p:spPr>
          <a:xfrm>
            <a:off x="3941899" y="220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14" name="Text 2012"/>
          <p:cNvSpPr/>
          <p:nvPr/>
        </p:nvSpPr>
        <p:spPr>
          <a:xfrm>
            <a:off x="3941899" y="220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15" name="Text 2013"/>
          <p:cNvSpPr/>
          <p:nvPr/>
        </p:nvSpPr>
        <p:spPr>
          <a:xfrm>
            <a:off x="3941899" y="221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16" name="Text 2014"/>
          <p:cNvSpPr/>
          <p:nvPr/>
        </p:nvSpPr>
        <p:spPr>
          <a:xfrm>
            <a:off x="3941899" y="221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17" name="Text 2015"/>
          <p:cNvSpPr/>
          <p:nvPr/>
        </p:nvSpPr>
        <p:spPr>
          <a:xfrm>
            <a:off x="3941899" y="221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18" name="Text 2016"/>
          <p:cNvSpPr/>
          <p:nvPr/>
        </p:nvSpPr>
        <p:spPr>
          <a:xfrm>
            <a:off x="3941899" y="221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19" name="Text 2017"/>
          <p:cNvSpPr/>
          <p:nvPr/>
        </p:nvSpPr>
        <p:spPr>
          <a:xfrm>
            <a:off x="3941899" y="221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20" name="Text 2018"/>
          <p:cNvSpPr/>
          <p:nvPr/>
        </p:nvSpPr>
        <p:spPr>
          <a:xfrm>
            <a:off x="3941899" y="221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21" name="Text 2019"/>
          <p:cNvSpPr/>
          <p:nvPr/>
        </p:nvSpPr>
        <p:spPr>
          <a:xfrm>
            <a:off x="3941899" y="221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22" name="Text 2020"/>
          <p:cNvSpPr/>
          <p:nvPr/>
        </p:nvSpPr>
        <p:spPr>
          <a:xfrm>
            <a:off x="3941899" y="221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23" name="Text 2021"/>
          <p:cNvSpPr/>
          <p:nvPr/>
        </p:nvSpPr>
        <p:spPr>
          <a:xfrm>
            <a:off x="3941899" y="221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24" name="Text 2022"/>
          <p:cNvSpPr/>
          <p:nvPr/>
        </p:nvSpPr>
        <p:spPr>
          <a:xfrm>
            <a:off x="3941899" y="222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25" name="Text 2023"/>
          <p:cNvSpPr/>
          <p:nvPr/>
        </p:nvSpPr>
        <p:spPr>
          <a:xfrm>
            <a:off x="3941899" y="222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26" name="Text 2024"/>
          <p:cNvSpPr/>
          <p:nvPr/>
        </p:nvSpPr>
        <p:spPr>
          <a:xfrm>
            <a:off x="3941899" y="222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27" name="Text 2025"/>
          <p:cNvSpPr/>
          <p:nvPr/>
        </p:nvSpPr>
        <p:spPr>
          <a:xfrm>
            <a:off x="3941899" y="222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28" name="Text 2026"/>
          <p:cNvSpPr/>
          <p:nvPr/>
        </p:nvSpPr>
        <p:spPr>
          <a:xfrm>
            <a:off x="3941899" y="222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29" name="Text 2027"/>
          <p:cNvSpPr/>
          <p:nvPr/>
        </p:nvSpPr>
        <p:spPr>
          <a:xfrm>
            <a:off x="3941899" y="222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30" name="Text 2028"/>
          <p:cNvSpPr/>
          <p:nvPr/>
        </p:nvSpPr>
        <p:spPr>
          <a:xfrm>
            <a:off x="3941899" y="222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31" name="Text 2029"/>
          <p:cNvSpPr/>
          <p:nvPr/>
        </p:nvSpPr>
        <p:spPr>
          <a:xfrm>
            <a:off x="3941899" y="222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32" name="Text 2030"/>
          <p:cNvSpPr/>
          <p:nvPr/>
        </p:nvSpPr>
        <p:spPr>
          <a:xfrm>
            <a:off x="3941899" y="222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33" name="Text 2031"/>
          <p:cNvSpPr/>
          <p:nvPr/>
        </p:nvSpPr>
        <p:spPr>
          <a:xfrm>
            <a:off x="3941899" y="223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34" name="Text 2032"/>
          <p:cNvSpPr/>
          <p:nvPr/>
        </p:nvSpPr>
        <p:spPr>
          <a:xfrm>
            <a:off x="3941899" y="223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35" name="Text 2033"/>
          <p:cNvSpPr/>
          <p:nvPr/>
        </p:nvSpPr>
        <p:spPr>
          <a:xfrm>
            <a:off x="3941899" y="223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36" name="Text 2034"/>
          <p:cNvSpPr/>
          <p:nvPr/>
        </p:nvSpPr>
        <p:spPr>
          <a:xfrm>
            <a:off x="3941899" y="223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37" name="Text 2035"/>
          <p:cNvSpPr/>
          <p:nvPr/>
        </p:nvSpPr>
        <p:spPr>
          <a:xfrm>
            <a:off x="3941899" y="223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38" name="Text 2036"/>
          <p:cNvSpPr/>
          <p:nvPr/>
        </p:nvSpPr>
        <p:spPr>
          <a:xfrm>
            <a:off x="3941899" y="223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39" name="Text 2037"/>
          <p:cNvSpPr/>
          <p:nvPr/>
        </p:nvSpPr>
        <p:spPr>
          <a:xfrm>
            <a:off x="3941899" y="223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40" name="Text 2038"/>
          <p:cNvSpPr/>
          <p:nvPr/>
        </p:nvSpPr>
        <p:spPr>
          <a:xfrm>
            <a:off x="3941899" y="223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41" name="Text 2039"/>
          <p:cNvSpPr/>
          <p:nvPr/>
        </p:nvSpPr>
        <p:spPr>
          <a:xfrm>
            <a:off x="3941899" y="223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42" name="Text 2040"/>
          <p:cNvSpPr/>
          <p:nvPr/>
        </p:nvSpPr>
        <p:spPr>
          <a:xfrm>
            <a:off x="3941899" y="224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43" name="Text 2041"/>
          <p:cNvSpPr/>
          <p:nvPr/>
        </p:nvSpPr>
        <p:spPr>
          <a:xfrm>
            <a:off x="3941899" y="224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44" name="Text 2042"/>
          <p:cNvSpPr/>
          <p:nvPr/>
        </p:nvSpPr>
        <p:spPr>
          <a:xfrm>
            <a:off x="3941899" y="224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45" name="Text 2043"/>
          <p:cNvSpPr/>
          <p:nvPr/>
        </p:nvSpPr>
        <p:spPr>
          <a:xfrm>
            <a:off x="3941899" y="224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46" name="Text 2044"/>
          <p:cNvSpPr/>
          <p:nvPr/>
        </p:nvSpPr>
        <p:spPr>
          <a:xfrm>
            <a:off x="3941899" y="224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47" name="Text 2045"/>
          <p:cNvSpPr/>
          <p:nvPr/>
        </p:nvSpPr>
        <p:spPr>
          <a:xfrm>
            <a:off x="3941899" y="224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48" name="Text 2046"/>
          <p:cNvSpPr/>
          <p:nvPr/>
        </p:nvSpPr>
        <p:spPr>
          <a:xfrm>
            <a:off x="3941899" y="224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49" name="Text 2047"/>
          <p:cNvSpPr/>
          <p:nvPr/>
        </p:nvSpPr>
        <p:spPr>
          <a:xfrm>
            <a:off x="3941899" y="224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50" name="Text 2048"/>
          <p:cNvSpPr/>
          <p:nvPr/>
        </p:nvSpPr>
        <p:spPr>
          <a:xfrm>
            <a:off x="3941899" y="224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51" name="Text 2049"/>
          <p:cNvSpPr/>
          <p:nvPr/>
        </p:nvSpPr>
        <p:spPr>
          <a:xfrm>
            <a:off x="3941899" y="225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52" name="Text 2050"/>
          <p:cNvSpPr/>
          <p:nvPr/>
        </p:nvSpPr>
        <p:spPr>
          <a:xfrm>
            <a:off x="3941899" y="225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53" name="Text 2051"/>
          <p:cNvSpPr/>
          <p:nvPr/>
        </p:nvSpPr>
        <p:spPr>
          <a:xfrm>
            <a:off x="3941899" y="225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54" name="Text 2052"/>
          <p:cNvSpPr/>
          <p:nvPr/>
        </p:nvSpPr>
        <p:spPr>
          <a:xfrm>
            <a:off x="3941899" y="225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55" name="Text 2053"/>
          <p:cNvSpPr/>
          <p:nvPr/>
        </p:nvSpPr>
        <p:spPr>
          <a:xfrm>
            <a:off x="3941899" y="225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56" name="Text 2054"/>
          <p:cNvSpPr/>
          <p:nvPr/>
        </p:nvSpPr>
        <p:spPr>
          <a:xfrm>
            <a:off x="3941899" y="225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57" name="Text 2055"/>
          <p:cNvSpPr/>
          <p:nvPr/>
        </p:nvSpPr>
        <p:spPr>
          <a:xfrm>
            <a:off x="3941899" y="225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58" name="Text 2056"/>
          <p:cNvSpPr/>
          <p:nvPr/>
        </p:nvSpPr>
        <p:spPr>
          <a:xfrm>
            <a:off x="3941899" y="225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59" name="Text 2057"/>
          <p:cNvSpPr/>
          <p:nvPr/>
        </p:nvSpPr>
        <p:spPr>
          <a:xfrm>
            <a:off x="3941899" y="225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60" name="Text 2058"/>
          <p:cNvSpPr/>
          <p:nvPr/>
        </p:nvSpPr>
        <p:spPr>
          <a:xfrm>
            <a:off x="3941899" y="226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61" name="Text 2059"/>
          <p:cNvSpPr/>
          <p:nvPr/>
        </p:nvSpPr>
        <p:spPr>
          <a:xfrm>
            <a:off x="3941899" y="226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62" name="Text 2060"/>
          <p:cNvSpPr/>
          <p:nvPr/>
        </p:nvSpPr>
        <p:spPr>
          <a:xfrm>
            <a:off x="3941899" y="226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63" name="Text 2061"/>
          <p:cNvSpPr/>
          <p:nvPr/>
        </p:nvSpPr>
        <p:spPr>
          <a:xfrm>
            <a:off x="3941899" y="226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64" name="Text 2062"/>
          <p:cNvSpPr/>
          <p:nvPr/>
        </p:nvSpPr>
        <p:spPr>
          <a:xfrm>
            <a:off x="3941899" y="226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65" name="Text 2063"/>
          <p:cNvSpPr/>
          <p:nvPr/>
        </p:nvSpPr>
        <p:spPr>
          <a:xfrm>
            <a:off x="3941899" y="226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66" name="Text 2064"/>
          <p:cNvSpPr/>
          <p:nvPr/>
        </p:nvSpPr>
        <p:spPr>
          <a:xfrm>
            <a:off x="3941899" y="226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67" name="Text 2065"/>
          <p:cNvSpPr/>
          <p:nvPr/>
        </p:nvSpPr>
        <p:spPr>
          <a:xfrm>
            <a:off x="3941899" y="226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68" name="Text 2066"/>
          <p:cNvSpPr/>
          <p:nvPr/>
        </p:nvSpPr>
        <p:spPr>
          <a:xfrm>
            <a:off x="3941899" y="226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69" name="Text 2067"/>
          <p:cNvSpPr/>
          <p:nvPr/>
        </p:nvSpPr>
        <p:spPr>
          <a:xfrm>
            <a:off x="3941899" y="227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70" name="Text 2068"/>
          <p:cNvSpPr/>
          <p:nvPr/>
        </p:nvSpPr>
        <p:spPr>
          <a:xfrm>
            <a:off x="3941899" y="227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71" name="Text 2069"/>
          <p:cNvSpPr/>
          <p:nvPr/>
        </p:nvSpPr>
        <p:spPr>
          <a:xfrm>
            <a:off x="3941899" y="227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72" name="Text 2070"/>
          <p:cNvSpPr/>
          <p:nvPr/>
        </p:nvSpPr>
        <p:spPr>
          <a:xfrm>
            <a:off x="3941899" y="227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73" name="Text 2071"/>
          <p:cNvSpPr/>
          <p:nvPr/>
        </p:nvSpPr>
        <p:spPr>
          <a:xfrm>
            <a:off x="3941899" y="227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74" name="Text 2072"/>
          <p:cNvSpPr/>
          <p:nvPr/>
        </p:nvSpPr>
        <p:spPr>
          <a:xfrm>
            <a:off x="3941899" y="227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75" name="Text 2073"/>
          <p:cNvSpPr/>
          <p:nvPr/>
        </p:nvSpPr>
        <p:spPr>
          <a:xfrm>
            <a:off x="3941899" y="227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76" name="Text 2074"/>
          <p:cNvSpPr/>
          <p:nvPr/>
        </p:nvSpPr>
        <p:spPr>
          <a:xfrm>
            <a:off x="3941899" y="227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77" name="Text 2075"/>
          <p:cNvSpPr/>
          <p:nvPr/>
        </p:nvSpPr>
        <p:spPr>
          <a:xfrm>
            <a:off x="3941899" y="227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78" name="Text 2076"/>
          <p:cNvSpPr/>
          <p:nvPr/>
        </p:nvSpPr>
        <p:spPr>
          <a:xfrm>
            <a:off x="3941899" y="227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79" name="Text 2077"/>
          <p:cNvSpPr/>
          <p:nvPr/>
        </p:nvSpPr>
        <p:spPr>
          <a:xfrm>
            <a:off x="3941899" y="228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80" name="Text 2078"/>
          <p:cNvSpPr/>
          <p:nvPr/>
        </p:nvSpPr>
        <p:spPr>
          <a:xfrm>
            <a:off x="3941899" y="228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81" name="Text 2079"/>
          <p:cNvSpPr/>
          <p:nvPr/>
        </p:nvSpPr>
        <p:spPr>
          <a:xfrm>
            <a:off x="3941899" y="228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82" name="Text 2080"/>
          <p:cNvSpPr/>
          <p:nvPr/>
        </p:nvSpPr>
        <p:spPr>
          <a:xfrm>
            <a:off x="3941899" y="228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83" name="Text 2081"/>
          <p:cNvSpPr/>
          <p:nvPr/>
        </p:nvSpPr>
        <p:spPr>
          <a:xfrm>
            <a:off x="3941899" y="228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84" name="Text 2082"/>
          <p:cNvSpPr/>
          <p:nvPr/>
        </p:nvSpPr>
        <p:spPr>
          <a:xfrm>
            <a:off x="3941899" y="228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85" name="Text 2083"/>
          <p:cNvSpPr/>
          <p:nvPr/>
        </p:nvSpPr>
        <p:spPr>
          <a:xfrm>
            <a:off x="3941899" y="228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86" name="Text 2084"/>
          <p:cNvSpPr/>
          <p:nvPr/>
        </p:nvSpPr>
        <p:spPr>
          <a:xfrm>
            <a:off x="3941899" y="228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87" name="Text 2085"/>
          <p:cNvSpPr/>
          <p:nvPr/>
        </p:nvSpPr>
        <p:spPr>
          <a:xfrm>
            <a:off x="3941899" y="228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88" name="Text 2086"/>
          <p:cNvSpPr/>
          <p:nvPr/>
        </p:nvSpPr>
        <p:spPr>
          <a:xfrm>
            <a:off x="3941899" y="229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89" name="Text 2087"/>
          <p:cNvSpPr/>
          <p:nvPr/>
        </p:nvSpPr>
        <p:spPr>
          <a:xfrm>
            <a:off x="3941899" y="229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90" name="Text 2088"/>
          <p:cNvSpPr/>
          <p:nvPr/>
        </p:nvSpPr>
        <p:spPr>
          <a:xfrm>
            <a:off x="3941899" y="229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91" name="Text 2089"/>
          <p:cNvSpPr/>
          <p:nvPr/>
        </p:nvSpPr>
        <p:spPr>
          <a:xfrm>
            <a:off x="3941899" y="229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92" name="Text 2090"/>
          <p:cNvSpPr/>
          <p:nvPr/>
        </p:nvSpPr>
        <p:spPr>
          <a:xfrm>
            <a:off x="3941899" y="229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93" name="Text 2091"/>
          <p:cNvSpPr/>
          <p:nvPr/>
        </p:nvSpPr>
        <p:spPr>
          <a:xfrm>
            <a:off x="3941899" y="229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94" name="Text 2092"/>
          <p:cNvSpPr/>
          <p:nvPr/>
        </p:nvSpPr>
        <p:spPr>
          <a:xfrm>
            <a:off x="3941899" y="229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95" name="Text 2093"/>
          <p:cNvSpPr/>
          <p:nvPr/>
        </p:nvSpPr>
        <p:spPr>
          <a:xfrm>
            <a:off x="3941899" y="229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96" name="Text 2094"/>
          <p:cNvSpPr/>
          <p:nvPr/>
        </p:nvSpPr>
        <p:spPr>
          <a:xfrm>
            <a:off x="3941899" y="229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97" name="Text 2095"/>
          <p:cNvSpPr/>
          <p:nvPr/>
        </p:nvSpPr>
        <p:spPr>
          <a:xfrm>
            <a:off x="3941899" y="230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98" name="Text 2096"/>
          <p:cNvSpPr/>
          <p:nvPr/>
        </p:nvSpPr>
        <p:spPr>
          <a:xfrm>
            <a:off x="3941899" y="230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099" name="Text 2097"/>
          <p:cNvSpPr/>
          <p:nvPr/>
        </p:nvSpPr>
        <p:spPr>
          <a:xfrm>
            <a:off x="3941899" y="230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00" name="Text 2098"/>
          <p:cNvSpPr/>
          <p:nvPr/>
        </p:nvSpPr>
        <p:spPr>
          <a:xfrm>
            <a:off x="3941899" y="230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01" name="Text 2099"/>
          <p:cNvSpPr/>
          <p:nvPr/>
        </p:nvSpPr>
        <p:spPr>
          <a:xfrm>
            <a:off x="3941899" y="230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02" name="Text 2100"/>
          <p:cNvSpPr/>
          <p:nvPr/>
        </p:nvSpPr>
        <p:spPr>
          <a:xfrm>
            <a:off x="3941899" y="230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03" name="Text 2101"/>
          <p:cNvSpPr/>
          <p:nvPr/>
        </p:nvSpPr>
        <p:spPr>
          <a:xfrm>
            <a:off x="3941899" y="230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04" name="Text 2102"/>
          <p:cNvSpPr/>
          <p:nvPr/>
        </p:nvSpPr>
        <p:spPr>
          <a:xfrm>
            <a:off x="3941899" y="230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05" name="Text 2103"/>
          <p:cNvSpPr/>
          <p:nvPr/>
        </p:nvSpPr>
        <p:spPr>
          <a:xfrm>
            <a:off x="3941899" y="230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06" name="Text 2104"/>
          <p:cNvSpPr/>
          <p:nvPr/>
        </p:nvSpPr>
        <p:spPr>
          <a:xfrm>
            <a:off x="3941899" y="231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07" name="Text 2105"/>
          <p:cNvSpPr/>
          <p:nvPr/>
        </p:nvSpPr>
        <p:spPr>
          <a:xfrm>
            <a:off x="3941899" y="231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08" name="Text 2106"/>
          <p:cNvSpPr/>
          <p:nvPr/>
        </p:nvSpPr>
        <p:spPr>
          <a:xfrm>
            <a:off x="3941899" y="231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09" name="Text 2107"/>
          <p:cNvSpPr/>
          <p:nvPr/>
        </p:nvSpPr>
        <p:spPr>
          <a:xfrm>
            <a:off x="3941899" y="231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10" name="Text 2108"/>
          <p:cNvSpPr/>
          <p:nvPr/>
        </p:nvSpPr>
        <p:spPr>
          <a:xfrm>
            <a:off x="3941899" y="231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11" name="Text 2109"/>
          <p:cNvSpPr/>
          <p:nvPr/>
        </p:nvSpPr>
        <p:spPr>
          <a:xfrm>
            <a:off x="3941899" y="231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12" name="Text 2110"/>
          <p:cNvSpPr/>
          <p:nvPr/>
        </p:nvSpPr>
        <p:spPr>
          <a:xfrm>
            <a:off x="3941899" y="231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13" name="Text 2111"/>
          <p:cNvSpPr/>
          <p:nvPr/>
        </p:nvSpPr>
        <p:spPr>
          <a:xfrm>
            <a:off x="3941899" y="231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14" name="Text 2112"/>
          <p:cNvSpPr/>
          <p:nvPr/>
        </p:nvSpPr>
        <p:spPr>
          <a:xfrm>
            <a:off x="3941899" y="231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15" name="Text 2113"/>
          <p:cNvSpPr/>
          <p:nvPr/>
        </p:nvSpPr>
        <p:spPr>
          <a:xfrm>
            <a:off x="3941899" y="232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16" name="Text 2114"/>
          <p:cNvSpPr/>
          <p:nvPr/>
        </p:nvSpPr>
        <p:spPr>
          <a:xfrm>
            <a:off x="3941899" y="232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17" name="Text 2115"/>
          <p:cNvSpPr/>
          <p:nvPr/>
        </p:nvSpPr>
        <p:spPr>
          <a:xfrm>
            <a:off x="3941899" y="232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18" name="Text 2116"/>
          <p:cNvSpPr/>
          <p:nvPr/>
        </p:nvSpPr>
        <p:spPr>
          <a:xfrm>
            <a:off x="3941899" y="232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19" name="Text 2117"/>
          <p:cNvSpPr/>
          <p:nvPr/>
        </p:nvSpPr>
        <p:spPr>
          <a:xfrm>
            <a:off x="3941899" y="232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20" name="Text 2118"/>
          <p:cNvSpPr/>
          <p:nvPr/>
        </p:nvSpPr>
        <p:spPr>
          <a:xfrm>
            <a:off x="3941899" y="232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21" name="Text 2119"/>
          <p:cNvSpPr/>
          <p:nvPr/>
        </p:nvSpPr>
        <p:spPr>
          <a:xfrm>
            <a:off x="3941899" y="232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22" name="Text 2120"/>
          <p:cNvSpPr/>
          <p:nvPr/>
        </p:nvSpPr>
        <p:spPr>
          <a:xfrm>
            <a:off x="3941899" y="232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23" name="Text 2121"/>
          <p:cNvSpPr/>
          <p:nvPr/>
        </p:nvSpPr>
        <p:spPr>
          <a:xfrm>
            <a:off x="3941899" y="232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24" name="Text 2122"/>
          <p:cNvSpPr/>
          <p:nvPr/>
        </p:nvSpPr>
        <p:spPr>
          <a:xfrm>
            <a:off x="3941899" y="233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25" name="Text 2123"/>
          <p:cNvSpPr/>
          <p:nvPr/>
        </p:nvSpPr>
        <p:spPr>
          <a:xfrm>
            <a:off x="3941899" y="233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26" name="Text 2124"/>
          <p:cNvSpPr/>
          <p:nvPr/>
        </p:nvSpPr>
        <p:spPr>
          <a:xfrm>
            <a:off x="3941899" y="233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27" name="Text 2125"/>
          <p:cNvSpPr/>
          <p:nvPr/>
        </p:nvSpPr>
        <p:spPr>
          <a:xfrm>
            <a:off x="3941899" y="233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28" name="Text 2126"/>
          <p:cNvSpPr/>
          <p:nvPr/>
        </p:nvSpPr>
        <p:spPr>
          <a:xfrm>
            <a:off x="3941899" y="233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29" name="Text 2127"/>
          <p:cNvSpPr/>
          <p:nvPr/>
        </p:nvSpPr>
        <p:spPr>
          <a:xfrm>
            <a:off x="3941899" y="233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30" name="Text 2128"/>
          <p:cNvSpPr/>
          <p:nvPr/>
        </p:nvSpPr>
        <p:spPr>
          <a:xfrm>
            <a:off x="3941899" y="233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31" name="Text 2129"/>
          <p:cNvSpPr/>
          <p:nvPr/>
        </p:nvSpPr>
        <p:spPr>
          <a:xfrm>
            <a:off x="3941899" y="233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32" name="Text 2130"/>
          <p:cNvSpPr/>
          <p:nvPr/>
        </p:nvSpPr>
        <p:spPr>
          <a:xfrm>
            <a:off x="3941899" y="233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33" name="Text 2131"/>
          <p:cNvSpPr/>
          <p:nvPr/>
        </p:nvSpPr>
        <p:spPr>
          <a:xfrm>
            <a:off x="3941899" y="234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34" name="Text 2132"/>
          <p:cNvSpPr/>
          <p:nvPr/>
        </p:nvSpPr>
        <p:spPr>
          <a:xfrm>
            <a:off x="3941899" y="234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35" name="Text 2133"/>
          <p:cNvSpPr/>
          <p:nvPr/>
        </p:nvSpPr>
        <p:spPr>
          <a:xfrm>
            <a:off x="3941899" y="234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36" name="Text 2134"/>
          <p:cNvSpPr/>
          <p:nvPr/>
        </p:nvSpPr>
        <p:spPr>
          <a:xfrm>
            <a:off x="3941899" y="234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37" name="Text 2135"/>
          <p:cNvSpPr/>
          <p:nvPr/>
        </p:nvSpPr>
        <p:spPr>
          <a:xfrm>
            <a:off x="3941899" y="234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38" name="Text 2136"/>
          <p:cNvSpPr/>
          <p:nvPr/>
        </p:nvSpPr>
        <p:spPr>
          <a:xfrm>
            <a:off x="3941899" y="234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39" name="Text 2137"/>
          <p:cNvSpPr/>
          <p:nvPr/>
        </p:nvSpPr>
        <p:spPr>
          <a:xfrm>
            <a:off x="3941899" y="234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40" name="Text 2138"/>
          <p:cNvSpPr/>
          <p:nvPr/>
        </p:nvSpPr>
        <p:spPr>
          <a:xfrm>
            <a:off x="3941899" y="234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41" name="Text 2139"/>
          <p:cNvSpPr/>
          <p:nvPr/>
        </p:nvSpPr>
        <p:spPr>
          <a:xfrm>
            <a:off x="3941899" y="234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42" name="Text 2140"/>
          <p:cNvSpPr/>
          <p:nvPr/>
        </p:nvSpPr>
        <p:spPr>
          <a:xfrm>
            <a:off x="3941899" y="234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43" name="Text 2141"/>
          <p:cNvSpPr/>
          <p:nvPr/>
        </p:nvSpPr>
        <p:spPr>
          <a:xfrm>
            <a:off x="3941899" y="235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44" name="Text 2142"/>
          <p:cNvSpPr/>
          <p:nvPr/>
        </p:nvSpPr>
        <p:spPr>
          <a:xfrm>
            <a:off x="3941899" y="235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45" name="Text 2143"/>
          <p:cNvSpPr/>
          <p:nvPr/>
        </p:nvSpPr>
        <p:spPr>
          <a:xfrm>
            <a:off x="3941899" y="235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46" name="Text 2144"/>
          <p:cNvSpPr/>
          <p:nvPr/>
        </p:nvSpPr>
        <p:spPr>
          <a:xfrm>
            <a:off x="3941899" y="235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47" name="Text 2145"/>
          <p:cNvSpPr/>
          <p:nvPr/>
        </p:nvSpPr>
        <p:spPr>
          <a:xfrm>
            <a:off x="3941899" y="235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48" name="Text 2146"/>
          <p:cNvSpPr/>
          <p:nvPr/>
        </p:nvSpPr>
        <p:spPr>
          <a:xfrm>
            <a:off x="3941899" y="235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49" name="Text 2147"/>
          <p:cNvSpPr/>
          <p:nvPr/>
        </p:nvSpPr>
        <p:spPr>
          <a:xfrm>
            <a:off x="3941899" y="235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50" name="Text 2148"/>
          <p:cNvSpPr/>
          <p:nvPr/>
        </p:nvSpPr>
        <p:spPr>
          <a:xfrm>
            <a:off x="3941899" y="235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51" name="Text 2149"/>
          <p:cNvSpPr/>
          <p:nvPr/>
        </p:nvSpPr>
        <p:spPr>
          <a:xfrm>
            <a:off x="3941899" y="235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52" name="Text 2150"/>
          <p:cNvSpPr/>
          <p:nvPr/>
        </p:nvSpPr>
        <p:spPr>
          <a:xfrm>
            <a:off x="3941899" y="236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53" name="Text 2151"/>
          <p:cNvSpPr/>
          <p:nvPr/>
        </p:nvSpPr>
        <p:spPr>
          <a:xfrm>
            <a:off x="3941899" y="236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54" name="Text 2152"/>
          <p:cNvSpPr/>
          <p:nvPr/>
        </p:nvSpPr>
        <p:spPr>
          <a:xfrm>
            <a:off x="3941899" y="236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55" name="Text 2153"/>
          <p:cNvSpPr/>
          <p:nvPr/>
        </p:nvSpPr>
        <p:spPr>
          <a:xfrm>
            <a:off x="3941899" y="236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56" name="Text 2154"/>
          <p:cNvSpPr/>
          <p:nvPr/>
        </p:nvSpPr>
        <p:spPr>
          <a:xfrm>
            <a:off x="3941899" y="236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57" name="Text 2155"/>
          <p:cNvSpPr/>
          <p:nvPr/>
        </p:nvSpPr>
        <p:spPr>
          <a:xfrm>
            <a:off x="3941899" y="236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58" name="Text 2156"/>
          <p:cNvSpPr/>
          <p:nvPr/>
        </p:nvSpPr>
        <p:spPr>
          <a:xfrm>
            <a:off x="3941899" y="236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59" name="Text 2157"/>
          <p:cNvSpPr/>
          <p:nvPr/>
        </p:nvSpPr>
        <p:spPr>
          <a:xfrm>
            <a:off x="3941899" y="236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60" name="Text 2158"/>
          <p:cNvSpPr/>
          <p:nvPr/>
        </p:nvSpPr>
        <p:spPr>
          <a:xfrm>
            <a:off x="3941899" y="236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61" name="Text 2159"/>
          <p:cNvSpPr/>
          <p:nvPr/>
        </p:nvSpPr>
        <p:spPr>
          <a:xfrm>
            <a:off x="3941899" y="237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62" name="Text 2160"/>
          <p:cNvSpPr/>
          <p:nvPr/>
        </p:nvSpPr>
        <p:spPr>
          <a:xfrm>
            <a:off x="3941899" y="237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63" name="Text 2161"/>
          <p:cNvSpPr/>
          <p:nvPr/>
        </p:nvSpPr>
        <p:spPr>
          <a:xfrm>
            <a:off x="3941899" y="237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64" name="Text 2162"/>
          <p:cNvSpPr/>
          <p:nvPr/>
        </p:nvSpPr>
        <p:spPr>
          <a:xfrm>
            <a:off x="3941899" y="237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65" name="Text 2163"/>
          <p:cNvSpPr/>
          <p:nvPr/>
        </p:nvSpPr>
        <p:spPr>
          <a:xfrm>
            <a:off x="3941899" y="237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66" name="Text 2164"/>
          <p:cNvSpPr/>
          <p:nvPr/>
        </p:nvSpPr>
        <p:spPr>
          <a:xfrm>
            <a:off x="3941899" y="237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67" name="Text 2165"/>
          <p:cNvSpPr/>
          <p:nvPr/>
        </p:nvSpPr>
        <p:spPr>
          <a:xfrm>
            <a:off x="3941899" y="237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68" name="Text 2166"/>
          <p:cNvSpPr/>
          <p:nvPr/>
        </p:nvSpPr>
        <p:spPr>
          <a:xfrm>
            <a:off x="3941899" y="237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69" name="Text 2167"/>
          <p:cNvSpPr/>
          <p:nvPr/>
        </p:nvSpPr>
        <p:spPr>
          <a:xfrm>
            <a:off x="3941899" y="237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70" name="Text 2168"/>
          <p:cNvSpPr/>
          <p:nvPr/>
        </p:nvSpPr>
        <p:spPr>
          <a:xfrm>
            <a:off x="3941899" y="238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71" name="Text 2169"/>
          <p:cNvSpPr/>
          <p:nvPr/>
        </p:nvSpPr>
        <p:spPr>
          <a:xfrm>
            <a:off x="3941899" y="238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72" name="Text 2170"/>
          <p:cNvSpPr/>
          <p:nvPr/>
        </p:nvSpPr>
        <p:spPr>
          <a:xfrm>
            <a:off x="3941899" y="238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73" name="Text 2171"/>
          <p:cNvSpPr/>
          <p:nvPr/>
        </p:nvSpPr>
        <p:spPr>
          <a:xfrm>
            <a:off x="3941899" y="238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74" name="Text 2172"/>
          <p:cNvSpPr/>
          <p:nvPr/>
        </p:nvSpPr>
        <p:spPr>
          <a:xfrm>
            <a:off x="3941899" y="238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75" name="Text 2173"/>
          <p:cNvSpPr/>
          <p:nvPr/>
        </p:nvSpPr>
        <p:spPr>
          <a:xfrm>
            <a:off x="3941899" y="238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76" name="Text 2174"/>
          <p:cNvSpPr/>
          <p:nvPr/>
        </p:nvSpPr>
        <p:spPr>
          <a:xfrm>
            <a:off x="3941899" y="238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77" name="Text 2175"/>
          <p:cNvSpPr/>
          <p:nvPr/>
        </p:nvSpPr>
        <p:spPr>
          <a:xfrm>
            <a:off x="3941899" y="238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78" name="Text 2176"/>
          <p:cNvSpPr/>
          <p:nvPr/>
        </p:nvSpPr>
        <p:spPr>
          <a:xfrm>
            <a:off x="3941899" y="238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79" name="Text 2177"/>
          <p:cNvSpPr/>
          <p:nvPr/>
        </p:nvSpPr>
        <p:spPr>
          <a:xfrm>
            <a:off x="3941899" y="239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80" name="Text 2178"/>
          <p:cNvSpPr/>
          <p:nvPr/>
        </p:nvSpPr>
        <p:spPr>
          <a:xfrm>
            <a:off x="3941899" y="239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81" name="Text 2179"/>
          <p:cNvSpPr/>
          <p:nvPr/>
        </p:nvSpPr>
        <p:spPr>
          <a:xfrm>
            <a:off x="3941899" y="239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82" name="Text 2180"/>
          <p:cNvSpPr/>
          <p:nvPr/>
        </p:nvSpPr>
        <p:spPr>
          <a:xfrm>
            <a:off x="3941899" y="239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83" name="Text 2181"/>
          <p:cNvSpPr/>
          <p:nvPr/>
        </p:nvSpPr>
        <p:spPr>
          <a:xfrm>
            <a:off x="3941899" y="239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84" name="Text 2182"/>
          <p:cNvSpPr/>
          <p:nvPr/>
        </p:nvSpPr>
        <p:spPr>
          <a:xfrm>
            <a:off x="3941899" y="239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85" name="Text 2183"/>
          <p:cNvSpPr/>
          <p:nvPr/>
        </p:nvSpPr>
        <p:spPr>
          <a:xfrm>
            <a:off x="3941899" y="239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86" name="Text 2184"/>
          <p:cNvSpPr/>
          <p:nvPr/>
        </p:nvSpPr>
        <p:spPr>
          <a:xfrm>
            <a:off x="3941899" y="239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87" name="Text 2185"/>
          <p:cNvSpPr/>
          <p:nvPr/>
        </p:nvSpPr>
        <p:spPr>
          <a:xfrm>
            <a:off x="3941899" y="239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88" name="Text 2186"/>
          <p:cNvSpPr/>
          <p:nvPr/>
        </p:nvSpPr>
        <p:spPr>
          <a:xfrm>
            <a:off x="3941899" y="240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89" name="Text 2187"/>
          <p:cNvSpPr/>
          <p:nvPr/>
        </p:nvSpPr>
        <p:spPr>
          <a:xfrm>
            <a:off x="3941899" y="240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90" name="Text 2188"/>
          <p:cNvSpPr/>
          <p:nvPr/>
        </p:nvSpPr>
        <p:spPr>
          <a:xfrm>
            <a:off x="3941899" y="240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91" name="Text 2189"/>
          <p:cNvSpPr/>
          <p:nvPr/>
        </p:nvSpPr>
        <p:spPr>
          <a:xfrm>
            <a:off x="3941899" y="240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92" name="Text 2190"/>
          <p:cNvSpPr/>
          <p:nvPr/>
        </p:nvSpPr>
        <p:spPr>
          <a:xfrm>
            <a:off x="3941899" y="240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93" name="Text 2191"/>
          <p:cNvSpPr/>
          <p:nvPr/>
        </p:nvSpPr>
        <p:spPr>
          <a:xfrm>
            <a:off x="3941899" y="240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94" name="Text 2192"/>
          <p:cNvSpPr/>
          <p:nvPr/>
        </p:nvSpPr>
        <p:spPr>
          <a:xfrm>
            <a:off x="3941899" y="240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95" name="Text 2193"/>
          <p:cNvSpPr/>
          <p:nvPr/>
        </p:nvSpPr>
        <p:spPr>
          <a:xfrm>
            <a:off x="3941899" y="240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96" name="Text 2194"/>
          <p:cNvSpPr/>
          <p:nvPr/>
        </p:nvSpPr>
        <p:spPr>
          <a:xfrm>
            <a:off x="3941899" y="240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97" name="Text 2195"/>
          <p:cNvSpPr/>
          <p:nvPr/>
        </p:nvSpPr>
        <p:spPr>
          <a:xfrm>
            <a:off x="3941899" y="241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98" name="Text 2196"/>
          <p:cNvSpPr/>
          <p:nvPr/>
        </p:nvSpPr>
        <p:spPr>
          <a:xfrm>
            <a:off x="3941899" y="241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199" name="Text 2197"/>
          <p:cNvSpPr/>
          <p:nvPr/>
        </p:nvSpPr>
        <p:spPr>
          <a:xfrm>
            <a:off x="3941899" y="241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00" name="Text 2198"/>
          <p:cNvSpPr/>
          <p:nvPr/>
        </p:nvSpPr>
        <p:spPr>
          <a:xfrm>
            <a:off x="3941899" y="241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01" name="Text 2199"/>
          <p:cNvSpPr/>
          <p:nvPr/>
        </p:nvSpPr>
        <p:spPr>
          <a:xfrm>
            <a:off x="3941899" y="241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02" name="Text 2200"/>
          <p:cNvSpPr/>
          <p:nvPr/>
        </p:nvSpPr>
        <p:spPr>
          <a:xfrm>
            <a:off x="3941899" y="241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03" name="Text 2201"/>
          <p:cNvSpPr/>
          <p:nvPr/>
        </p:nvSpPr>
        <p:spPr>
          <a:xfrm>
            <a:off x="3941899" y="241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04" name="Text 2202"/>
          <p:cNvSpPr/>
          <p:nvPr/>
        </p:nvSpPr>
        <p:spPr>
          <a:xfrm>
            <a:off x="3941899" y="241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05" name="Text 2203"/>
          <p:cNvSpPr/>
          <p:nvPr/>
        </p:nvSpPr>
        <p:spPr>
          <a:xfrm>
            <a:off x="3941899" y="241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06" name="Text 2204"/>
          <p:cNvSpPr/>
          <p:nvPr/>
        </p:nvSpPr>
        <p:spPr>
          <a:xfrm>
            <a:off x="3941899" y="241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07" name="Text 2205"/>
          <p:cNvSpPr/>
          <p:nvPr/>
        </p:nvSpPr>
        <p:spPr>
          <a:xfrm>
            <a:off x="3941899" y="242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08" name="Text 2206"/>
          <p:cNvSpPr/>
          <p:nvPr/>
        </p:nvSpPr>
        <p:spPr>
          <a:xfrm>
            <a:off x="3941899" y="242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09" name="Text 2207"/>
          <p:cNvSpPr/>
          <p:nvPr/>
        </p:nvSpPr>
        <p:spPr>
          <a:xfrm>
            <a:off x="3941899" y="242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10" name="Text 2208"/>
          <p:cNvSpPr/>
          <p:nvPr/>
        </p:nvSpPr>
        <p:spPr>
          <a:xfrm>
            <a:off x="3941899" y="242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11" name="Text 2209"/>
          <p:cNvSpPr/>
          <p:nvPr/>
        </p:nvSpPr>
        <p:spPr>
          <a:xfrm>
            <a:off x="3941899" y="242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12" name="Text 2210"/>
          <p:cNvSpPr/>
          <p:nvPr/>
        </p:nvSpPr>
        <p:spPr>
          <a:xfrm>
            <a:off x="3941899" y="242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13" name="Text 2211"/>
          <p:cNvSpPr/>
          <p:nvPr/>
        </p:nvSpPr>
        <p:spPr>
          <a:xfrm>
            <a:off x="3941899" y="242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14" name="Text 2212"/>
          <p:cNvSpPr/>
          <p:nvPr/>
        </p:nvSpPr>
        <p:spPr>
          <a:xfrm>
            <a:off x="3941899" y="242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15" name="Text 2213"/>
          <p:cNvSpPr/>
          <p:nvPr/>
        </p:nvSpPr>
        <p:spPr>
          <a:xfrm>
            <a:off x="3941899" y="242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16" name="Text 2214"/>
          <p:cNvSpPr/>
          <p:nvPr/>
        </p:nvSpPr>
        <p:spPr>
          <a:xfrm>
            <a:off x="3941899" y="243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17" name="Text 2215"/>
          <p:cNvSpPr/>
          <p:nvPr/>
        </p:nvSpPr>
        <p:spPr>
          <a:xfrm>
            <a:off x="3941899" y="243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18" name="Text 2216"/>
          <p:cNvSpPr/>
          <p:nvPr/>
        </p:nvSpPr>
        <p:spPr>
          <a:xfrm>
            <a:off x="3941899" y="243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19" name="Text 2217"/>
          <p:cNvSpPr/>
          <p:nvPr/>
        </p:nvSpPr>
        <p:spPr>
          <a:xfrm>
            <a:off x="3941899" y="243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20" name="Text 2218"/>
          <p:cNvSpPr/>
          <p:nvPr/>
        </p:nvSpPr>
        <p:spPr>
          <a:xfrm>
            <a:off x="3941899" y="243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21" name="Text 2219"/>
          <p:cNvSpPr/>
          <p:nvPr/>
        </p:nvSpPr>
        <p:spPr>
          <a:xfrm>
            <a:off x="3941899" y="243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22" name="Text 2220"/>
          <p:cNvSpPr/>
          <p:nvPr/>
        </p:nvSpPr>
        <p:spPr>
          <a:xfrm>
            <a:off x="3941899" y="243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23" name="Text 2221"/>
          <p:cNvSpPr/>
          <p:nvPr/>
        </p:nvSpPr>
        <p:spPr>
          <a:xfrm>
            <a:off x="3941899" y="243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24" name="Text 2222"/>
          <p:cNvSpPr/>
          <p:nvPr/>
        </p:nvSpPr>
        <p:spPr>
          <a:xfrm>
            <a:off x="3941899" y="243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25" name="Text 2223"/>
          <p:cNvSpPr/>
          <p:nvPr/>
        </p:nvSpPr>
        <p:spPr>
          <a:xfrm>
            <a:off x="3941899" y="244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26" name="Text 2224"/>
          <p:cNvSpPr/>
          <p:nvPr/>
        </p:nvSpPr>
        <p:spPr>
          <a:xfrm>
            <a:off x="3941899" y="244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27" name="Text 2225"/>
          <p:cNvSpPr/>
          <p:nvPr/>
        </p:nvSpPr>
        <p:spPr>
          <a:xfrm>
            <a:off x="3941899" y="244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28" name="Text 2226"/>
          <p:cNvSpPr/>
          <p:nvPr/>
        </p:nvSpPr>
        <p:spPr>
          <a:xfrm>
            <a:off x="3941899" y="244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29" name="Text 2227"/>
          <p:cNvSpPr/>
          <p:nvPr/>
        </p:nvSpPr>
        <p:spPr>
          <a:xfrm>
            <a:off x="3941899" y="244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30" name="Text 2228"/>
          <p:cNvSpPr/>
          <p:nvPr/>
        </p:nvSpPr>
        <p:spPr>
          <a:xfrm>
            <a:off x="3941899" y="244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31" name="Text 2229"/>
          <p:cNvSpPr/>
          <p:nvPr/>
        </p:nvSpPr>
        <p:spPr>
          <a:xfrm>
            <a:off x="3941899" y="244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32" name="Text 2230"/>
          <p:cNvSpPr/>
          <p:nvPr/>
        </p:nvSpPr>
        <p:spPr>
          <a:xfrm>
            <a:off x="3941899" y="244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33" name="Text 2231"/>
          <p:cNvSpPr/>
          <p:nvPr/>
        </p:nvSpPr>
        <p:spPr>
          <a:xfrm>
            <a:off x="3941899" y="244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34" name="Text 2232"/>
          <p:cNvSpPr/>
          <p:nvPr/>
        </p:nvSpPr>
        <p:spPr>
          <a:xfrm>
            <a:off x="3941899" y="245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35" name="Text 2233"/>
          <p:cNvSpPr/>
          <p:nvPr/>
        </p:nvSpPr>
        <p:spPr>
          <a:xfrm>
            <a:off x="3941899" y="245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36" name="Text 2234"/>
          <p:cNvSpPr/>
          <p:nvPr/>
        </p:nvSpPr>
        <p:spPr>
          <a:xfrm>
            <a:off x="3941899" y="245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37" name="Text 2235"/>
          <p:cNvSpPr/>
          <p:nvPr/>
        </p:nvSpPr>
        <p:spPr>
          <a:xfrm>
            <a:off x="3941899" y="245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38" name="Text 2236"/>
          <p:cNvSpPr/>
          <p:nvPr/>
        </p:nvSpPr>
        <p:spPr>
          <a:xfrm>
            <a:off x="3941899" y="245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39" name="Text 2237"/>
          <p:cNvSpPr/>
          <p:nvPr/>
        </p:nvSpPr>
        <p:spPr>
          <a:xfrm>
            <a:off x="3941899" y="245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40" name="Text 2238"/>
          <p:cNvSpPr/>
          <p:nvPr/>
        </p:nvSpPr>
        <p:spPr>
          <a:xfrm>
            <a:off x="3941899" y="245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41" name="Text 2239"/>
          <p:cNvSpPr/>
          <p:nvPr/>
        </p:nvSpPr>
        <p:spPr>
          <a:xfrm>
            <a:off x="3941899" y="245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42" name="Text 2240"/>
          <p:cNvSpPr/>
          <p:nvPr/>
        </p:nvSpPr>
        <p:spPr>
          <a:xfrm>
            <a:off x="3941899" y="245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43" name="Text 2241"/>
          <p:cNvSpPr/>
          <p:nvPr/>
        </p:nvSpPr>
        <p:spPr>
          <a:xfrm>
            <a:off x="3941899" y="246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44" name="Text 2242"/>
          <p:cNvSpPr/>
          <p:nvPr/>
        </p:nvSpPr>
        <p:spPr>
          <a:xfrm>
            <a:off x="3941899" y="246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45" name="Text 2243"/>
          <p:cNvSpPr/>
          <p:nvPr/>
        </p:nvSpPr>
        <p:spPr>
          <a:xfrm>
            <a:off x="3941899" y="246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46" name="Text 2244"/>
          <p:cNvSpPr/>
          <p:nvPr/>
        </p:nvSpPr>
        <p:spPr>
          <a:xfrm>
            <a:off x="3941899" y="246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47" name="Text 2245"/>
          <p:cNvSpPr/>
          <p:nvPr/>
        </p:nvSpPr>
        <p:spPr>
          <a:xfrm>
            <a:off x="3941899" y="246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48" name="Text 2246"/>
          <p:cNvSpPr/>
          <p:nvPr/>
        </p:nvSpPr>
        <p:spPr>
          <a:xfrm>
            <a:off x="3941899" y="246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49" name="Text 2247"/>
          <p:cNvSpPr/>
          <p:nvPr/>
        </p:nvSpPr>
        <p:spPr>
          <a:xfrm>
            <a:off x="3941899" y="246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50" name="Text 2248"/>
          <p:cNvSpPr/>
          <p:nvPr/>
        </p:nvSpPr>
        <p:spPr>
          <a:xfrm>
            <a:off x="3941899" y="246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51" name="Text 2249"/>
          <p:cNvSpPr/>
          <p:nvPr/>
        </p:nvSpPr>
        <p:spPr>
          <a:xfrm>
            <a:off x="3941899" y="246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52" name="Text 2250"/>
          <p:cNvSpPr/>
          <p:nvPr/>
        </p:nvSpPr>
        <p:spPr>
          <a:xfrm>
            <a:off x="3941899" y="247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53" name="Text 2251"/>
          <p:cNvSpPr/>
          <p:nvPr/>
        </p:nvSpPr>
        <p:spPr>
          <a:xfrm>
            <a:off x="3941899" y="247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54" name="Text 2252"/>
          <p:cNvSpPr/>
          <p:nvPr/>
        </p:nvSpPr>
        <p:spPr>
          <a:xfrm>
            <a:off x="3941899" y="247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55" name="Text 2253"/>
          <p:cNvSpPr/>
          <p:nvPr/>
        </p:nvSpPr>
        <p:spPr>
          <a:xfrm>
            <a:off x="3941899" y="247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56" name="Text 2254"/>
          <p:cNvSpPr/>
          <p:nvPr/>
        </p:nvSpPr>
        <p:spPr>
          <a:xfrm>
            <a:off x="3941899" y="247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57" name="Text 2255"/>
          <p:cNvSpPr/>
          <p:nvPr/>
        </p:nvSpPr>
        <p:spPr>
          <a:xfrm>
            <a:off x="3941899" y="247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58" name="Text 2256"/>
          <p:cNvSpPr/>
          <p:nvPr/>
        </p:nvSpPr>
        <p:spPr>
          <a:xfrm>
            <a:off x="3941899" y="247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59" name="Text 2257"/>
          <p:cNvSpPr/>
          <p:nvPr/>
        </p:nvSpPr>
        <p:spPr>
          <a:xfrm>
            <a:off x="3941899" y="247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60" name="Text 2258"/>
          <p:cNvSpPr/>
          <p:nvPr/>
        </p:nvSpPr>
        <p:spPr>
          <a:xfrm>
            <a:off x="3941899" y="247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61" name="Text 2259"/>
          <p:cNvSpPr/>
          <p:nvPr/>
        </p:nvSpPr>
        <p:spPr>
          <a:xfrm>
            <a:off x="3941899" y="248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62" name="Text 2260"/>
          <p:cNvSpPr/>
          <p:nvPr/>
        </p:nvSpPr>
        <p:spPr>
          <a:xfrm>
            <a:off x="3941899" y="248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63" name="Text 2261"/>
          <p:cNvSpPr/>
          <p:nvPr/>
        </p:nvSpPr>
        <p:spPr>
          <a:xfrm>
            <a:off x="3941899" y="248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64" name="Text 2262"/>
          <p:cNvSpPr/>
          <p:nvPr/>
        </p:nvSpPr>
        <p:spPr>
          <a:xfrm>
            <a:off x="3941899" y="248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65" name="Text 2263"/>
          <p:cNvSpPr/>
          <p:nvPr/>
        </p:nvSpPr>
        <p:spPr>
          <a:xfrm>
            <a:off x="3941899" y="248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66" name="Text 2264"/>
          <p:cNvSpPr/>
          <p:nvPr/>
        </p:nvSpPr>
        <p:spPr>
          <a:xfrm>
            <a:off x="3941899" y="248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67" name="Text 2265"/>
          <p:cNvSpPr/>
          <p:nvPr/>
        </p:nvSpPr>
        <p:spPr>
          <a:xfrm>
            <a:off x="3941899" y="248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68" name="Text 2266"/>
          <p:cNvSpPr/>
          <p:nvPr/>
        </p:nvSpPr>
        <p:spPr>
          <a:xfrm>
            <a:off x="3941899" y="248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69" name="Text 2267"/>
          <p:cNvSpPr/>
          <p:nvPr/>
        </p:nvSpPr>
        <p:spPr>
          <a:xfrm>
            <a:off x="3941899" y="248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70" name="Text 2268"/>
          <p:cNvSpPr/>
          <p:nvPr/>
        </p:nvSpPr>
        <p:spPr>
          <a:xfrm>
            <a:off x="3941899" y="248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71" name="Text 2269"/>
          <p:cNvSpPr/>
          <p:nvPr/>
        </p:nvSpPr>
        <p:spPr>
          <a:xfrm>
            <a:off x="3941899" y="249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72" name="Text 2270"/>
          <p:cNvSpPr/>
          <p:nvPr/>
        </p:nvSpPr>
        <p:spPr>
          <a:xfrm>
            <a:off x="3941899" y="249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73" name="Text 2271"/>
          <p:cNvSpPr/>
          <p:nvPr/>
        </p:nvSpPr>
        <p:spPr>
          <a:xfrm>
            <a:off x="3941899" y="249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74" name="Text 2272"/>
          <p:cNvSpPr/>
          <p:nvPr/>
        </p:nvSpPr>
        <p:spPr>
          <a:xfrm>
            <a:off x="3941899" y="249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75" name="Text 2273"/>
          <p:cNvSpPr/>
          <p:nvPr/>
        </p:nvSpPr>
        <p:spPr>
          <a:xfrm>
            <a:off x="3941899" y="249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76" name="Text 2274"/>
          <p:cNvSpPr/>
          <p:nvPr/>
        </p:nvSpPr>
        <p:spPr>
          <a:xfrm>
            <a:off x="3941899" y="249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77" name="Text 2275"/>
          <p:cNvSpPr/>
          <p:nvPr/>
        </p:nvSpPr>
        <p:spPr>
          <a:xfrm>
            <a:off x="3941899" y="249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78" name="Text 2276"/>
          <p:cNvSpPr/>
          <p:nvPr/>
        </p:nvSpPr>
        <p:spPr>
          <a:xfrm>
            <a:off x="3941899" y="249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79" name="Text 2277"/>
          <p:cNvSpPr/>
          <p:nvPr/>
        </p:nvSpPr>
        <p:spPr>
          <a:xfrm>
            <a:off x="3941899" y="249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80" name="Text 2278"/>
          <p:cNvSpPr/>
          <p:nvPr/>
        </p:nvSpPr>
        <p:spPr>
          <a:xfrm>
            <a:off x="3941899" y="250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81" name="Text 2279"/>
          <p:cNvSpPr/>
          <p:nvPr/>
        </p:nvSpPr>
        <p:spPr>
          <a:xfrm>
            <a:off x="3941899" y="250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82" name="Text 2280"/>
          <p:cNvSpPr/>
          <p:nvPr/>
        </p:nvSpPr>
        <p:spPr>
          <a:xfrm>
            <a:off x="3941899" y="250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83" name="Text 2281"/>
          <p:cNvSpPr/>
          <p:nvPr/>
        </p:nvSpPr>
        <p:spPr>
          <a:xfrm>
            <a:off x="3941899" y="250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84" name="Text 2282"/>
          <p:cNvSpPr/>
          <p:nvPr/>
        </p:nvSpPr>
        <p:spPr>
          <a:xfrm>
            <a:off x="3941899" y="250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85" name="Text 2283"/>
          <p:cNvSpPr/>
          <p:nvPr/>
        </p:nvSpPr>
        <p:spPr>
          <a:xfrm>
            <a:off x="3941899" y="250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86" name="Text 2284"/>
          <p:cNvSpPr/>
          <p:nvPr/>
        </p:nvSpPr>
        <p:spPr>
          <a:xfrm>
            <a:off x="3941899" y="250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87" name="Text 2285"/>
          <p:cNvSpPr/>
          <p:nvPr/>
        </p:nvSpPr>
        <p:spPr>
          <a:xfrm>
            <a:off x="3941899" y="250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88" name="Text 2286"/>
          <p:cNvSpPr/>
          <p:nvPr/>
        </p:nvSpPr>
        <p:spPr>
          <a:xfrm>
            <a:off x="3941899" y="250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89" name="Text 2287"/>
          <p:cNvSpPr/>
          <p:nvPr/>
        </p:nvSpPr>
        <p:spPr>
          <a:xfrm>
            <a:off x="3941899" y="251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90" name="Text 2288"/>
          <p:cNvSpPr/>
          <p:nvPr/>
        </p:nvSpPr>
        <p:spPr>
          <a:xfrm>
            <a:off x="3941899" y="251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91" name="Text 2289"/>
          <p:cNvSpPr/>
          <p:nvPr/>
        </p:nvSpPr>
        <p:spPr>
          <a:xfrm>
            <a:off x="3941899" y="251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92" name="Text 2290"/>
          <p:cNvSpPr/>
          <p:nvPr/>
        </p:nvSpPr>
        <p:spPr>
          <a:xfrm>
            <a:off x="3941899" y="251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93" name="Text 2291"/>
          <p:cNvSpPr/>
          <p:nvPr/>
        </p:nvSpPr>
        <p:spPr>
          <a:xfrm>
            <a:off x="3941899" y="251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94" name="Text 2292"/>
          <p:cNvSpPr/>
          <p:nvPr/>
        </p:nvSpPr>
        <p:spPr>
          <a:xfrm>
            <a:off x="3941899" y="251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95" name="Text 2293"/>
          <p:cNvSpPr/>
          <p:nvPr/>
        </p:nvSpPr>
        <p:spPr>
          <a:xfrm>
            <a:off x="3941899" y="251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96" name="Text 2294"/>
          <p:cNvSpPr/>
          <p:nvPr/>
        </p:nvSpPr>
        <p:spPr>
          <a:xfrm>
            <a:off x="3941899" y="251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97" name="Text 2295"/>
          <p:cNvSpPr/>
          <p:nvPr/>
        </p:nvSpPr>
        <p:spPr>
          <a:xfrm>
            <a:off x="3941899" y="251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98" name="Text 2296"/>
          <p:cNvSpPr/>
          <p:nvPr/>
        </p:nvSpPr>
        <p:spPr>
          <a:xfrm>
            <a:off x="3941899" y="252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299" name="Text 2297"/>
          <p:cNvSpPr/>
          <p:nvPr/>
        </p:nvSpPr>
        <p:spPr>
          <a:xfrm>
            <a:off x="3941899" y="252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00" name="Text 2298"/>
          <p:cNvSpPr/>
          <p:nvPr/>
        </p:nvSpPr>
        <p:spPr>
          <a:xfrm>
            <a:off x="3941899" y="252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01" name="Text 2299"/>
          <p:cNvSpPr/>
          <p:nvPr/>
        </p:nvSpPr>
        <p:spPr>
          <a:xfrm>
            <a:off x="3941899" y="252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02" name="Text 2300"/>
          <p:cNvSpPr/>
          <p:nvPr/>
        </p:nvSpPr>
        <p:spPr>
          <a:xfrm>
            <a:off x="3941899" y="252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03" name="Text 2301"/>
          <p:cNvSpPr/>
          <p:nvPr/>
        </p:nvSpPr>
        <p:spPr>
          <a:xfrm>
            <a:off x="3941899" y="252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04" name="Text 2302"/>
          <p:cNvSpPr/>
          <p:nvPr/>
        </p:nvSpPr>
        <p:spPr>
          <a:xfrm>
            <a:off x="3941899" y="252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05" name="Text 2303"/>
          <p:cNvSpPr/>
          <p:nvPr/>
        </p:nvSpPr>
        <p:spPr>
          <a:xfrm>
            <a:off x="3941899" y="252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06" name="Text 2304"/>
          <p:cNvSpPr/>
          <p:nvPr/>
        </p:nvSpPr>
        <p:spPr>
          <a:xfrm>
            <a:off x="3941899" y="252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07" name="Text 2305"/>
          <p:cNvSpPr/>
          <p:nvPr/>
        </p:nvSpPr>
        <p:spPr>
          <a:xfrm>
            <a:off x="3941899" y="253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08" name="Text 2306"/>
          <p:cNvSpPr/>
          <p:nvPr/>
        </p:nvSpPr>
        <p:spPr>
          <a:xfrm>
            <a:off x="3941899" y="253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09" name="Text 2307"/>
          <p:cNvSpPr/>
          <p:nvPr/>
        </p:nvSpPr>
        <p:spPr>
          <a:xfrm>
            <a:off x="3941899" y="253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10" name="Text 2308"/>
          <p:cNvSpPr/>
          <p:nvPr/>
        </p:nvSpPr>
        <p:spPr>
          <a:xfrm>
            <a:off x="3941899" y="253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11" name="Text 2309"/>
          <p:cNvSpPr/>
          <p:nvPr/>
        </p:nvSpPr>
        <p:spPr>
          <a:xfrm>
            <a:off x="3941899" y="253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12" name="Text 2310"/>
          <p:cNvSpPr/>
          <p:nvPr/>
        </p:nvSpPr>
        <p:spPr>
          <a:xfrm>
            <a:off x="3941899" y="253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13" name="Text 2311"/>
          <p:cNvSpPr/>
          <p:nvPr/>
        </p:nvSpPr>
        <p:spPr>
          <a:xfrm>
            <a:off x="3941899" y="253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14" name="Text 2312"/>
          <p:cNvSpPr/>
          <p:nvPr/>
        </p:nvSpPr>
        <p:spPr>
          <a:xfrm>
            <a:off x="3941899" y="253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15" name="Text 2313"/>
          <p:cNvSpPr/>
          <p:nvPr/>
        </p:nvSpPr>
        <p:spPr>
          <a:xfrm>
            <a:off x="3941899" y="253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16" name="Text 2314"/>
          <p:cNvSpPr/>
          <p:nvPr/>
        </p:nvSpPr>
        <p:spPr>
          <a:xfrm>
            <a:off x="3941899" y="254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17" name="Text 2315"/>
          <p:cNvSpPr/>
          <p:nvPr/>
        </p:nvSpPr>
        <p:spPr>
          <a:xfrm>
            <a:off x="3941899" y="254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18" name="Text 2316"/>
          <p:cNvSpPr/>
          <p:nvPr/>
        </p:nvSpPr>
        <p:spPr>
          <a:xfrm>
            <a:off x="3941899" y="254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19" name="Text 2317"/>
          <p:cNvSpPr/>
          <p:nvPr/>
        </p:nvSpPr>
        <p:spPr>
          <a:xfrm>
            <a:off x="3941899" y="254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20" name="Text 2318"/>
          <p:cNvSpPr/>
          <p:nvPr/>
        </p:nvSpPr>
        <p:spPr>
          <a:xfrm>
            <a:off x="3941899" y="254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21" name="Text 2319"/>
          <p:cNvSpPr/>
          <p:nvPr/>
        </p:nvSpPr>
        <p:spPr>
          <a:xfrm>
            <a:off x="3941899" y="254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22" name="Text 2320"/>
          <p:cNvSpPr/>
          <p:nvPr/>
        </p:nvSpPr>
        <p:spPr>
          <a:xfrm>
            <a:off x="3941899" y="254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23" name="Text 2321"/>
          <p:cNvSpPr/>
          <p:nvPr/>
        </p:nvSpPr>
        <p:spPr>
          <a:xfrm>
            <a:off x="3941899" y="254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24" name="Text 2322"/>
          <p:cNvSpPr/>
          <p:nvPr/>
        </p:nvSpPr>
        <p:spPr>
          <a:xfrm>
            <a:off x="3941899" y="254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25" name="Text 2323"/>
          <p:cNvSpPr/>
          <p:nvPr/>
        </p:nvSpPr>
        <p:spPr>
          <a:xfrm>
            <a:off x="3941899" y="255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26" name="Text 2324"/>
          <p:cNvSpPr/>
          <p:nvPr/>
        </p:nvSpPr>
        <p:spPr>
          <a:xfrm>
            <a:off x="3941899" y="255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27" name="Text 2325"/>
          <p:cNvSpPr/>
          <p:nvPr/>
        </p:nvSpPr>
        <p:spPr>
          <a:xfrm>
            <a:off x="3941899" y="255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28" name="Text 2326"/>
          <p:cNvSpPr/>
          <p:nvPr/>
        </p:nvSpPr>
        <p:spPr>
          <a:xfrm>
            <a:off x="3941899" y="255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29" name="Text 2327"/>
          <p:cNvSpPr/>
          <p:nvPr/>
        </p:nvSpPr>
        <p:spPr>
          <a:xfrm>
            <a:off x="3941899" y="255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30" name="Text 2328"/>
          <p:cNvSpPr/>
          <p:nvPr/>
        </p:nvSpPr>
        <p:spPr>
          <a:xfrm>
            <a:off x="3941899" y="255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31" name="Text 2329"/>
          <p:cNvSpPr/>
          <p:nvPr/>
        </p:nvSpPr>
        <p:spPr>
          <a:xfrm>
            <a:off x="3941899" y="255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32" name="Text 2330"/>
          <p:cNvSpPr/>
          <p:nvPr/>
        </p:nvSpPr>
        <p:spPr>
          <a:xfrm>
            <a:off x="3941899" y="255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33" name="Text 2331"/>
          <p:cNvSpPr/>
          <p:nvPr/>
        </p:nvSpPr>
        <p:spPr>
          <a:xfrm>
            <a:off x="3941899" y="255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34" name="Text 2332"/>
          <p:cNvSpPr/>
          <p:nvPr/>
        </p:nvSpPr>
        <p:spPr>
          <a:xfrm>
            <a:off x="3941899" y="255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35" name="Text 2333"/>
          <p:cNvSpPr/>
          <p:nvPr/>
        </p:nvSpPr>
        <p:spPr>
          <a:xfrm>
            <a:off x="3941899" y="256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36" name="Text 2334"/>
          <p:cNvSpPr/>
          <p:nvPr/>
        </p:nvSpPr>
        <p:spPr>
          <a:xfrm>
            <a:off x="3941899" y="256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37" name="Text 2335"/>
          <p:cNvSpPr/>
          <p:nvPr/>
        </p:nvSpPr>
        <p:spPr>
          <a:xfrm>
            <a:off x="3941899" y="256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38" name="Text 2336"/>
          <p:cNvSpPr/>
          <p:nvPr/>
        </p:nvSpPr>
        <p:spPr>
          <a:xfrm>
            <a:off x="3941899" y="256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39" name="Text 2337"/>
          <p:cNvSpPr/>
          <p:nvPr/>
        </p:nvSpPr>
        <p:spPr>
          <a:xfrm>
            <a:off x="3941899" y="256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40" name="Text 2338"/>
          <p:cNvSpPr/>
          <p:nvPr/>
        </p:nvSpPr>
        <p:spPr>
          <a:xfrm>
            <a:off x="3941899" y="256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41" name="Text 2339"/>
          <p:cNvSpPr/>
          <p:nvPr/>
        </p:nvSpPr>
        <p:spPr>
          <a:xfrm>
            <a:off x="3941899" y="256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42" name="Text 2340"/>
          <p:cNvSpPr/>
          <p:nvPr/>
        </p:nvSpPr>
        <p:spPr>
          <a:xfrm>
            <a:off x="3941899" y="256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43" name="Text 2341"/>
          <p:cNvSpPr/>
          <p:nvPr/>
        </p:nvSpPr>
        <p:spPr>
          <a:xfrm>
            <a:off x="3941899" y="256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44" name="Text 2342"/>
          <p:cNvSpPr/>
          <p:nvPr/>
        </p:nvSpPr>
        <p:spPr>
          <a:xfrm>
            <a:off x="3941899" y="257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45" name="Text 2343"/>
          <p:cNvSpPr/>
          <p:nvPr/>
        </p:nvSpPr>
        <p:spPr>
          <a:xfrm>
            <a:off x="3941899" y="257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46" name="Text 2344"/>
          <p:cNvSpPr/>
          <p:nvPr/>
        </p:nvSpPr>
        <p:spPr>
          <a:xfrm>
            <a:off x="3941899" y="257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47" name="Text 2345"/>
          <p:cNvSpPr/>
          <p:nvPr/>
        </p:nvSpPr>
        <p:spPr>
          <a:xfrm>
            <a:off x="3941899" y="257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48" name="Text 2346"/>
          <p:cNvSpPr/>
          <p:nvPr/>
        </p:nvSpPr>
        <p:spPr>
          <a:xfrm>
            <a:off x="3941899" y="257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49" name="Text 2347"/>
          <p:cNvSpPr/>
          <p:nvPr/>
        </p:nvSpPr>
        <p:spPr>
          <a:xfrm>
            <a:off x="3941899" y="257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50" name="Text 2348"/>
          <p:cNvSpPr/>
          <p:nvPr/>
        </p:nvSpPr>
        <p:spPr>
          <a:xfrm>
            <a:off x="3941899" y="257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51" name="Text 2349"/>
          <p:cNvSpPr/>
          <p:nvPr/>
        </p:nvSpPr>
        <p:spPr>
          <a:xfrm>
            <a:off x="3941899" y="257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52" name="Text 2350"/>
          <p:cNvSpPr/>
          <p:nvPr/>
        </p:nvSpPr>
        <p:spPr>
          <a:xfrm>
            <a:off x="3941899" y="257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53" name="Text 2351"/>
          <p:cNvSpPr/>
          <p:nvPr/>
        </p:nvSpPr>
        <p:spPr>
          <a:xfrm>
            <a:off x="3941899" y="258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54" name="Text 2352"/>
          <p:cNvSpPr/>
          <p:nvPr/>
        </p:nvSpPr>
        <p:spPr>
          <a:xfrm>
            <a:off x="3941899" y="258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55" name="Text 2353"/>
          <p:cNvSpPr/>
          <p:nvPr/>
        </p:nvSpPr>
        <p:spPr>
          <a:xfrm>
            <a:off x="3941899" y="258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56" name="Text 2354"/>
          <p:cNvSpPr/>
          <p:nvPr/>
        </p:nvSpPr>
        <p:spPr>
          <a:xfrm>
            <a:off x="3941899" y="258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57" name="Text 2355"/>
          <p:cNvSpPr/>
          <p:nvPr/>
        </p:nvSpPr>
        <p:spPr>
          <a:xfrm>
            <a:off x="3941899" y="258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58" name="Text 2356"/>
          <p:cNvSpPr/>
          <p:nvPr/>
        </p:nvSpPr>
        <p:spPr>
          <a:xfrm>
            <a:off x="3941899" y="258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59" name="Text 2357"/>
          <p:cNvSpPr/>
          <p:nvPr/>
        </p:nvSpPr>
        <p:spPr>
          <a:xfrm>
            <a:off x="3941899" y="258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60" name="Text 2358"/>
          <p:cNvSpPr/>
          <p:nvPr/>
        </p:nvSpPr>
        <p:spPr>
          <a:xfrm>
            <a:off x="3941899" y="258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61" name="Text 2359"/>
          <p:cNvSpPr/>
          <p:nvPr/>
        </p:nvSpPr>
        <p:spPr>
          <a:xfrm>
            <a:off x="3941899" y="258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62" name="Text 2360"/>
          <p:cNvSpPr/>
          <p:nvPr/>
        </p:nvSpPr>
        <p:spPr>
          <a:xfrm>
            <a:off x="3941899" y="259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63" name="Text 2361"/>
          <p:cNvSpPr/>
          <p:nvPr/>
        </p:nvSpPr>
        <p:spPr>
          <a:xfrm>
            <a:off x="3941899" y="259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64" name="Text 2362"/>
          <p:cNvSpPr/>
          <p:nvPr/>
        </p:nvSpPr>
        <p:spPr>
          <a:xfrm>
            <a:off x="3941899" y="259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65" name="Text 2363"/>
          <p:cNvSpPr/>
          <p:nvPr/>
        </p:nvSpPr>
        <p:spPr>
          <a:xfrm>
            <a:off x="3941899" y="259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66" name="Text 2364"/>
          <p:cNvSpPr/>
          <p:nvPr/>
        </p:nvSpPr>
        <p:spPr>
          <a:xfrm>
            <a:off x="3941899" y="259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67" name="Text 2365"/>
          <p:cNvSpPr/>
          <p:nvPr/>
        </p:nvSpPr>
        <p:spPr>
          <a:xfrm>
            <a:off x="3941899" y="259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68" name="Text 2366"/>
          <p:cNvSpPr/>
          <p:nvPr/>
        </p:nvSpPr>
        <p:spPr>
          <a:xfrm>
            <a:off x="3941899" y="259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69" name="Text 2367"/>
          <p:cNvSpPr/>
          <p:nvPr/>
        </p:nvSpPr>
        <p:spPr>
          <a:xfrm>
            <a:off x="3941899" y="259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70" name="Text 2368"/>
          <p:cNvSpPr/>
          <p:nvPr/>
        </p:nvSpPr>
        <p:spPr>
          <a:xfrm>
            <a:off x="3941899" y="259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71" name="Text 2369"/>
          <p:cNvSpPr/>
          <p:nvPr/>
        </p:nvSpPr>
        <p:spPr>
          <a:xfrm>
            <a:off x="3941899" y="260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72" name="Text 2370"/>
          <p:cNvSpPr/>
          <p:nvPr/>
        </p:nvSpPr>
        <p:spPr>
          <a:xfrm>
            <a:off x="3941899" y="260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73" name="Text 2371"/>
          <p:cNvSpPr/>
          <p:nvPr/>
        </p:nvSpPr>
        <p:spPr>
          <a:xfrm>
            <a:off x="3941899" y="260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74" name="Text 2372"/>
          <p:cNvSpPr/>
          <p:nvPr/>
        </p:nvSpPr>
        <p:spPr>
          <a:xfrm>
            <a:off x="3941899" y="260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75" name="Text 2373"/>
          <p:cNvSpPr/>
          <p:nvPr/>
        </p:nvSpPr>
        <p:spPr>
          <a:xfrm>
            <a:off x="3941899" y="260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76" name="Text 2374"/>
          <p:cNvSpPr/>
          <p:nvPr/>
        </p:nvSpPr>
        <p:spPr>
          <a:xfrm>
            <a:off x="3941899" y="260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77" name="Text 2375"/>
          <p:cNvSpPr/>
          <p:nvPr/>
        </p:nvSpPr>
        <p:spPr>
          <a:xfrm>
            <a:off x="3941899" y="260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78" name="Text 2376"/>
          <p:cNvSpPr/>
          <p:nvPr/>
        </p:nvSpPr>
        <p:spPr>
          <a:xfrm>
            <a:off x="3941899" y="260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79" name="Text 2377"/>
          <p:cNvSpPr/>
          <p:nvPr/>
        </p:nvSpPr>
        <p:spPr>
          <a:xfrm>
            <a:off x="3941899" y="260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80" name="Text 2378"/>
          <p:cNvSpPr/>
          <p:nvPr/>
        </p:nvSpPr>
        <p:spPr>
          <a:xfrm>
            <a:off x="3941899" y="261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81" name="Text 2379"/>
          <p:cNvSpPr/>
          <p:nvPr/>
        </p:nvSpPr>
        <p:spPr>
          <a:xfrm>
            <a:off x="3941899" y="261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82" name="Text 2380"/>
          <p:cNvSpPr/>
          <p:nvPr/>
        </p:nvSpPr>
        <p:spPr>
          <a:xfrm>
            <a:off x="3941899" y="261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83" name="Text 2381"/>
          <p:cNvSpPr/>
          <p:nvPr/>
        </p:nvSpPr>
        <p:spPr>
          <a:xfrm>
            <a:off x="3941899" y="261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84" name="Text 2382"/>
          <p:cNvSpPr/>
          <p:nvPr/>
        </p:nvSpPr>
        <p:spPr>
          <a:xfrm>
            <a:off x="3941899" y="261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85" name="Text 2383"/>
          <p:cNvSpPr/>
          <p:nvPr/>
        </p:nvSpPr>
        <p:spPr>
          <a:xfrm>
            <a:off x="3941899" y="261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86" name="Text 2384"/>
          <p:cNvSpPr/>
          <p:nvPr/>
        </p:nvSpPr>
        <p:spPr>
          <a:xfrm>
            <a:off x="3941899" y="261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87" name="Text 2385"/>
          <p:cNvSpPr/>
          <p:nvPr/>
        </p:nvSpPr>
        <p:spPr>
          <a:xfrm>
            <a:off x="3941899" y="261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88" name="Text 2386"/>
          <p:cNvSpPr/>
          <p:nvPr/>
        </p:nvSpPr>
        <p:spPr>
          <a:xfrm>
            <a:off x="3941899" y="261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89" name="Text 2387"/>
          <p:cNvSpPr/>
          <p:nvPr/>
        </p:nvSpPr>
        <p:spPr>
          <a:xfrm>
            <a:off x="3941899" y="262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90" name="Text 2388"/>
          <p:cNvSpPr/>
          <p:nvPr/>
        </p:nvSpPr>
        <p:spPr>
          <a:xfrm>
            <a:off x="3941899" y="262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91" name="Text 2389"/>
          <p:cNvSpPr/>
          <p:nvPr/>
        </p:nvSpPr>
        <p:spPr>
          <a:xfrm>
            <a:off x="3941899" y="262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92" name="Text 2390"/>
          <p:cNvSpPr/>
          <p:nvPr/>
        </p:nvSpPr>
        <p:spPr>
          <a:xfrm>
            <a:off x="3941899" y="262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93" name="Text 2391"/>
          <p:cNvSpPr/>
          <p:nvPr/>
        </p:nvSpPr>
        <p:spPr>
          <a:xfrm>
            <a:off x="3941899" y="262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94" name="Text 2392"/>
          <p:cNvSpPr/>
          <p:nvPr/>
        </p:nvSpPr>
        <p:spPr>
          <a:xfrm>
            <a:off x="3941899" y="262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95" name="Text 2393"/>
          <p:cNvSpPr/>
          <p:nvPr/>
        </p:nvSpPr>
        <p:spPr>
          <a:xfrm>
            <a:off x="3941899" y="262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96" name="Text 2394"/>
          <p:cNvSpPr/>
          <p:nvPr/>
        </p:nvSpPr>
        <p:spPr>
          <a:xfrm>
            <a:off x="3941899" y="262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97" name="Text 2395"/>
          <p:cNvSpPr/>
          <p:nvPr/>
        </p:nvSpPr>
        <p:spPr>
          <a:xfrm>
            <a:off x="3941899" y="262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98" name="Text 2396"/>
          <p:cNvSpPr/>
          <p:nvPr/>
        </p:nvSpPr>
        <p:spPr>
          <a:xfrm>
            <a:off x="3941899" y="262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399" name="Text 2397"/>
          <p:cNvSpPr/>
          <p:nvPr/>
        </p:nvSpPr>
        <p:spPr>
          <a:xfrm>
            <a:off x="3941899" y="263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00" name="Text 2398"/>
          <p:cNvSpPr/>
          <p:nvPr/>
        </p:nvSpPr>
        <p:spPr>
          <a:xfrm>
            <a:off x="3941899" y="263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01" name="Text 2399"/>
          <p:cNvSpPr/>
          <p:nvPr/>
        </p:nvSpPr>
        <p:spPr>
          <a:xfrm>
            <a:off x="3941899" y="263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02" name="Text 2400"/>
          <p:cNvSpPr/>
          <p:nvPr/>
        </p:nvSpPr>
        <p:spPr>
          <a:xfrm>
            <a:off x="3941899" y="263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03" name="Text 2401"/>
          <p:cNvSpPr/>
          <p:nvPr/>
        </p:nvSpPr>
        <p:spPr>
          <a:xfrm>
            <a:off x="3941899" y="263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04" name="Text 2402"/>
          <p:cNvSpPr/>
          <p:nvPr/>
        </p:nvSpPr>
        <p:spPr>
          <a:xfrm>
            <a:off x="3941899" y="263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05" name="Text 2403"/>
          <p:cNvSpPr/>
          <p:nvPr/>
        </p:nvSpPr>
        <p:spPr>
          <a:xfrm>
            <a:off x="3941899" y="263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06" name="Text 2404"/>
          <p:cNvSpPr/>
          <p:nvPr/>
        </p:nvSpPr>
        <p:spPr>
          <a:xfrm>
            <a:off x="3941899" y="263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07" name="Text 2405"/>
          <p:cNvSpPr/>
          <p:nvPr/>
        </p:nvSpPr>
        <p:spPr>
          <a:xfrm>
            <a:off x="3941899" y="263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08" name="Text 2406"/>
          <p:cNvSpPr/>
          <p:nvPr/>
        </p:nvSpPr>
        <p:spPr>
          <a:xfrm>
            <a:off x="3941899" y="264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09" name="Text 2407"/>
          <p:cNvSpPr/>
          <p:nvPr/>
        </p:nvSpPr>
        <p:spPr>
          <a:xfrm>
            <a:off x="3941899" y="264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10" name="Text 2408"/>
          <p:cNvSpPr/>
          <p:nvPr/>
        </p:nvSpPr>
        <p:spPr>
          <a:xfrm>
            <a:off x="3941899" y="264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11" name="Text 2409"/>
          <p:cNvSpPr/>
          <p:nvPr/>
        </p:nvSpPr>
        <p:spPr>
          <a:xfrm>
            <a:off x="3941899" y="264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12" name="Text 2410"/>
          <p:cNvSpPr/>
          <p:nvPr/>
        </p:nvSpPr>
        <p:spPr>
          <a:xfrm>
            <a:off x="3941899" y="264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13" name="Text 2411"/>
          <p:cNvSpPr/>
          <p:nvPr/>
        </p:nvSpPr>
        <p:spPr>
          <a:xfrm>
            <a:off x="3941899" y="264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14" name="Text 2412"/>
          <p:cNvSpPr/>
          <p:nvPr/>
        </p:nvSpPr>
        <p:spPr>
          <a:xfrm>
            <a:off x="3941899" y="264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15" name="Text 2413"/>
          <p:cNvSpPr/>
          <p:nvPr/>
        </p:nvSpPr>
        <p:spPr>
          <a:xfrm>
            <a:off x="3941899" y="264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16" name="Text 2414"/>
          <p:cNvSpPr/>
          <p:nvPr/>
        </p:nvSpPr>
        <p:spPr>
          <a:xfrm>
            <a:off x="3941899" y="264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17" name="Text 2415"/>
          <p:cNvSpPr/>
          <p:nvPr/>
        </p:nvSpPr>
        <p:spPr>
          <a:xfrm>
            <a:off x="3941899" y="265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18" name="Text 2416"/>
          <p:cNvSpPr/>
          <p:nvPr/>
        </p:nvSpPr>
        <p:spPr>
          <a:xfrm>
            <a:off x="3941899" y="265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19" name="Text 2417"/>
          <p:cNvSpPr/>
          <p:nvPr/>
        </p:nvSpPr>
        <p:spPr>
          <a:xfrm>
            <a:off x="3941899" y="265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20" name="Text 2418"/>
          <p:cNvSpPr/>
          <p:nvPr/>
        </p:nvSpPr>
        <p:spPr>
          <a:xfrm>
            <a:off x="3941899" y="265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21" name="Text 2419"/>
          <p:cNvSpPr/>
          <p:nvPr/>
        </p:nvSpPr>
        <p:spPr>
          <a:xfrm>
            <a:off x="3941899" y="265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22" name="Text 2420"/>
          <p:cNvSpPr/>
          <p:nvPr/>
        </p:nvSpPr>
        <p:spPr>
          <a:xfrm>
            <a:off x="3941899" y="265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23" name="Text 2421"/>
          <p:cNvSpPr/>
          <p:nvPr/>
        </p:nvSpPr>
        <p:spPr>
          <a:xfrm>
            <a:off x="3941899" y="265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24" name="Text 2422"/>
          <p:cNvSpPr/>
          <p:nvPr/>
        </p:nvSpPr>
        <p:spPr>
          <a:xfrm>
            <a:off x="3941899" y="265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25" name="Text 2423"/>
          <p:cNvSpPr/>
          <p:nvPr/>
        </p:nvSpPr>
        <p:spPr>
          <a:xfrm>
            <a:off x="3941899" y="265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26" name="Text 2424"/>
          <p:cNvSpPr/>
          <p:nvPr/>
        </p:nvSpPr>
        <p:spPr>
          <a:xfrm>
            <a:off x="3941899" y="266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27" name="Text 2425"/>
          <p:cNvSpPr/>
          <p:nvPr/>
        </p:nvSpPr>
        <p:spPr>
          <a:xfrm>
            <a:off x="3941899" y="266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28" name="Text 2426"/>
          <p:cNvSpPr/>
          <p:nvPr/>
        </p:nvSpPr>
        <p:spPr>
          <a:xfrm>
            <a:off x="3941899" y="266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29" name="Text 2427"/>
          <p:cNvSpPr/>
          <p:nvPr/>
        </p:nvSpPr>
        <p:spPr>
          <a:xfrm>
            <a:off x="3941899" y="266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30" name="Text 2428"/>
          <p:cNvSpPr/>
          <p:nvPr/>
        </p:nvSpPr>
        <p:spPr>
          <a:xfrm>
            <a:off x="3941899" y="266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31" name="Text 2429"/>
          <p:cNvSpPr/>
          <p:nvPr/>
        </p:nvSpPr>
        <p:spPr>
          <a:xfrm>
            <a:off x="3941899" y="266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32" name="Text 2430"/>
          <p:cNvSpPr/>
          <p:nvPr/>
        </p:nvSpPr>
        <p:spPr>
          <a:xfrm>
            <a:off x="3941899" y="266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33" name="Text 2431"/>
          <p:cNvSpPr/>
          <p:nvPr/>
        </p:nvSpPr>
        <p:spPr>
          <a:xfrm>
            <a:off x="3941899" y="266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34" name="Text 2432"/>
          <p:cNvSpPr/>
          <p:nvPr/>
        </p:nvSpPr>
        <p:spPr>
          <a:xfrm>
            <a:off x="3941899" y="266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35" name="Text 2433"/>
          <p:cNvSpPr/>
          <p:nvPr/>
        </p:nvSpPr>
        <p:spPr>
          <a:xfrm>
            <a:off x="3941899" y="267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36" name="Text 2434"/>
          <p:cNvSpPr/>
          <p:nvPr/>
        </p:nvSpPr>
        <p:spPr>
          <a:xfrm>
            <a:off x="3941899" y="267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37" name="Text 2435"/>
          <p:cNvSpPr/>
          <p:nvPr/>
        </p:nvSpPr>
        <p:spPr>
          <a:xfrm>
            <a:off x="3941899" y="267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38" name="Text 2436"/>
          <p:cNvSpPr/>
          <p:nvPr/>
        </p:nvSpPr>
        <p:spPr>
          <a:xfrm>
            <a:off x="3941899" y="267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39" name="Text 2437"/>
          <p:cNvSpPr/>
          <p:nvPr/>
        </p:nvSpPr>
        <p:spPr>
          <a:xfrm>
            <a:off x="3941899" y="267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40" name="Text 2438"/>
          <p:cNvSpPr/>
          <p:nvPr/>
        </p:nvSpPr>
        <p:spPr>
          <a:xfrm>
            <a:off x="3941899" y="267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41" name="Text 2439"/>
          <p:cNvSpPr/>
          <p:nvPr/>
        </p:nvSpPr>
        <p:spPr>
          <a:xfrm>
            <a:off x="3941899" y="267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42" name="Text 2440"/>
          <p:cNvSpPr/>
          <p:nvPr/>
        </p:nvSpPr>
        <p:spPr>
          <a:xfrm>
            <a:off x="3941899" y="267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43" name="Text 2441"/>
          <p:cNvSpPr/>
          <p:nvPr/>
        </p:nvSpPr>
        <p:spPr>
          <a:xfrm>
            <a:off x="3941899" y="267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44" name="Text 2442"/>
          <p:cNvSpPr/>
          <p:nvPr/>
        </p:nvSpPr>
        <p:spPr>
          <a:xfrm>
            <a:off x="3941899" y="268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45" name="Text 2443"/>
          <p:cNvSpPr/>
          <p:nvPr/>
        </p:nvSpPr>
        <p:spPr>
          <a:xfrm>
            <a:off x="3941899" y="268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46" name="Text 2444"/>
          <p:cNvSpPr/>
          <p:nvPr/>
        </p:nvSpPr>
        <p:spPr>
          <a:xfrm>
            <a:off x="3941899" y="268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47" name="Text 2445"/>
          <p:cNvSpPr/>
          <p:nvPr/>
        </p:nvSpPr>
        <p:spPr>
          <a:xfrm>
            <a:off x="3941899" y="268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48" name="Text 2446"/>
          <p:cNvSpPr/>
          <p:nvPr/>
        </p:nvSpPr>
        <p:spPr>
          <a:xfrm>
            <a:off x="3941899" y="268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49" name="Text 2447"/>
          <p:cNvSpPr/>
          <p:nvPr/>
        </p:nvSpPr>
        <p:spPr>
          <a:xfrm>
            <a:off x="3941899" y="268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50" name="Text 2448"/>
          <p:cNvSpPr/>
          <p:nvPr/>
        </p:nvSpPr>
        <p:spPr>
          <a:xfrm>
            <a:off x="3941899" y="268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51" name="Text 2449"/>
          <p:cNvSpPr/>
          <p:nvPr/>
        </p:nvSpPr>
        <p:spPr>
          <a:xfrm>
            <a:off x="3941899" y="268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52" name="Text 2450"/>
          <p:cNvSpPr/>
          <p:nvPr/>
        </p:nvSpPr>
        <p:spPr>
          <a:xfrm>
            <a:off x="3941899" y="268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53" name="Text 2451"/>
          <p:cNvSpPr/>
          <p:nvPr/>
        </p:nvSpPr>
        <p:spPr>
          <a:xfrm>
            <a:off x="3941899" y="269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54" name="Text 2452"/>
          <p:cNvSpPr/>
          <p:nvPr/>
        </p:nvSpPr>
        <p:spPr>
          <a:xfrm>
            <a:off x="3941899" y="269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55" name="Text 2453"/>
          <p:cNvSpPr/>
          <p:nvPr/>
        </p:nvSpPr>
        <p:spPr>
          <a:xfrm>
            <a:off x="3941899" y="269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56" name="Text 2454"/>
          <p:cNvSpPr/>
          <p:nvPr/>
        </p:nvSpPr>
        <p:spPr>
          <a:xfrm>
            <a:off x="3941899" y="269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57" name="Text 2455"/>
          <p:cNvSpPr/>
          <p:nvPr/>
        </p:nvSpPr>
        <p:spPr>
          <a:xfrm>
            <a:off x="3941899" y="269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58" name="Text 2456"/>
          <p:cNvSpPr/>
          <p:nvPr/>
        </p:nvSpPr>
        <p:spPr>
          <a:xfrm>
            <a:off x="3941899" y="269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59" name="Text 2457"/>
          <p:cNvSpPr/>
          <p:nvPr/>
        </p:nvSpPr>
        <p:spPr>
          <a:xfrm>
            <a:off x="3941899" y="269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60" name="Text 2458"/>
          <p:cNvSpPr/>
          <p:nvPr/>
        </p:nvSpPr>
        <p:spPr>
          <a:xfrm>
            <a:off x="3941899" y="269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61" name="Text 2459"/>
          <p:cNvSpPr/>
          <p:nvPr/>
        </p:nvSpPr>
        <p:spPr>
          <a:xfrm>
            <a:off x="3941899" y="269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62" name="Text 2460"/>
          <p:cNvSpPr/>
          <p:nvPr/>
        </p:nvSpPr>
        <p:spPr>
          <a:xfrm>
            <a:off x="3941899" y="269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63" name="Text 2461"/>
          <p:cNvSpPr/>
          <p:nvPr/>
        </p:nvSpPr>
        <p:spPr>
          <a:xfrm>
            <a:off x="3941899" y="270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64" name="Text 2462"/>
          <p:cNvSpPr/>
          <p:nvPr/>
        </p:nvSpPr>
        <p:spPr>
          <a:xfrm>
            <a:off x="3941899" y="270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65" name="Text 2463"/>
          <p:cNvSpPr/>
          <p:nvPr/>
        </p:nvSpPr>
        <p:spPr>
          <a:xfrm>
            <a:off x="3941899" y="270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66" name="Text 2464"/>
          <p:cNvSpPr/>
          <p:nvPr/>
        </p:nvSpPr>
        <p:spPr>
          <a:xfrm>
            <a:off x="3941899" y="270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67" name="Text 2465"/>
          <p:cNvSpPr/>
          <p:nvPr/>
        </p:nvSpPr>
        <p:spPr>
          <a:xfrm>
            <a:off x="3941899" y="270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68" name="Text 2466"/>
          <p:cNvSpPr/>
          <p:nvPr/>
        </p:nvSpPr>
        <p:spPr>
          <a:xfrm>
            <a:off x="3941899" y="270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69" name="Text 2467"/>
          <p:cNvSpPr/>
          <p:nvPr/>
        </p:nvSpPr>
        <p:spPr>
          <a:xfrm>
            <a:off x="3941899" y="270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70" name="Text 2468"/>
          <p:cNvSpPr/>
          <p:nvPr/>
        </p:nvSpPr>
        <p:spPr>
          <a:xfrm>
            <a:off x="3941899" y="270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71" name="Text 2469"/>
          <p:cNvSpPr/>
          <p:nvPr/>
        </p:nvSpPr>
        <p:spPr>
          <a:xfrm>
            <a:off x="3941899" y="270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72" name="Text 2470"/>
          <p:cNvSpPr/>
          <p:nvPr/>
        </p:nvSpPr>
        <p:spPr>
          <a:xfrm>
            <a:off x="3941899" y="271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73" name="Text 2471"/>
          <p:cNvSpPr/>
          <p:nvPr/>
        </p:nvSpPr>
        <p:spPr>
          <a:xfrm>
            <a:off x="3941899" y="271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74" name="Text 2472"/>
          <p:cNvSpPr/>
          <p:nvPr/>
        </p:nvSpPr>
        <p:spPr>
          <a:xfrm>
            <a:off x="3941899" y="271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75" name="Text 2473"/>
          <p:cNvSpPr/>
          <p:nvPr/>
        </p:nvSpPr>
        <p:spPr>
          <a:xfrm>
            <a:off x="3941899" y="271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76" name="Text 2474"/>
          <p:cNvSpPr/>
          <p:nvPr/>
        </p:nvSpPr>
        <p:spPr>
          <a:xfrm>
            <a:off x="3941899" y="271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77" name="Text 2475"/>
          <p:cNvSpPr/>
          <p:nvPr/>
        </p:nvSpPr>
        <p:spPr>
          <a:xfrm>
            <a:off x="3941899" y="271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78" name="Text 2476"/>
          <p:cNvSpPr/>
          <p:nvPr/>
        </p:nvSpPr>
        <p:spPr>
          <a:xfrm>
            <a:off x="3941899" y="271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79" name="Text 2477"/>
          <p:cNvSpPr/>
          <p:nvPr/>
        </p:nvSpPr>
        <p:spPr>
          <a:xfrm>
            <a:off x="3941899" y="271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80" name="Text 2478"/>
          <p:cNvSpPr/>
          <p:nvPr/>
        </p:nvSpPr>
        <p:spPr>
          <a:xfrm>
            <a:off x="3941899" y="271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81" name="Text 2479"/>
          <p:cNvSpPr/>
          <p:nvPr/>
        </p:nvSpPr>
        <p:spPr>
          <a:xfrm>
            <a:off x="3941899" y="272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82" name="Text 2480"/>
          <p:cNvSpPr/>
          <p:nvPr/>
        </p:nvSpPr>
        <p:spPr>
          <a:xfrm>
            <a:off x="3941899" y="272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83" name="Text 2481"/>
          <p:cNvSpPr/>
          <p:nvPr/>
        </p:nvSpPr>
        <p:spPr>
          <a:xfrm>
            <a:off x="3941899" y="272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84" name="Text 2482"/>
          <p:cNvSpPr/>
          <p:nvPr/>
        </p:nvSpPr>
        <p:spPr>
          <a:xfrm>
            <a:off x="3941899" y="272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85" name="Text 2483"/>
          <p:cNvSpPr/>
          <p:nvPr/>
        </p:nvSpPr>
        <p:spPr>
          <a:xfrm>
            <a:off x="3941899" y="272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86" name="Text 2484"/>
          <p:cNvSpPr/>
          <p:nvPr/>
        </p:nvSpPr>
        <p:spPr>
          <a:xfrm>
            <a:off x="3941899" y="272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87" name="Text 2485"/>
          <p:cNvSpPr/>
          <p:nvPr/>
        </p:nvSpPr>
        <p:spPr>
          <a:xfrm>
            <a:off x="3941899" y="272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88" name="Text 2486"/>
          <p:cNvSpPr/>
          <p:nvPr/>
        </p:nvSpPr>
        <p:spPr>
          <a:xfrm>
            <a:off x="3941899" y="272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89" name="Text 2487"/>
          <p:cNvSpPr/>
          <p:nvPr/>
        </p:nvSpPr>
        <p:spPr>
          <a:xfrm>
            <a:off x="3941899" y="272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90" name="Text 2488"/>
          <p:cNvSpPr/>
          <p:nvPr/>
        </p:nvSpPr>
        <p:spPr>
          <a:xfrm>
            <a:off x="3941899" y="273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91" name="Text 2489"/>
          <p:cNvSpPr/>
          <p:nvPr/>
        </p:nvSpPr>
        <p:spPr>
          <a:xfrm>
            <a:off x="3941899" y="273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92" name="Text 2490"/>
          <p:cNvSpPr/>
          <p:nvPr/>
        </p:nvSpPr>
        <p:spPr>
          <a:xfrm>
            <a:off x="3941899" y="273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93" name="Text 2491"/>
          <p:cNvSpPr/>
          <p:nvPr/>
        </p:nvSpPr>
        <p:spPr>
          <a:xfrm>
            <a:off x="3941899" y="273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94" name="Text 2492"/>
          <p:cNvSpPr/>
          <p:nvPr/>
        </p:nvSpPr>
        <p:spPr>
          <a:xfrm>
            <a:off x="3941899" y="273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95" name="Text 2493"/>
          <p:cNvSpPr/>
          <p:nvPr/>
        </p:nvSpPr>
        <p:spPr>
          <a:xfrm>
            <a:off x="3941899" y="273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96" name="Text 2494"/>
          <p:cNvSpPr/>
          <p:nvPr/>
        </p:nvSpPr>
        <p:spPr>
          <a:xfrm>
            <a:off x="3941899" y="273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97" name="Text 2495"/>
          <p:cNvSpPr/>
          <p:nvPr/>
        </p:nvSpPr>
        <p:spPr>
          <a:xfrm>
            <a:off x="3941899" y="273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98" name="Text 2496"/>
          <p:cNvSpPr/>
          <p:nvPr/>
        </p:nvSpPr>
        <p:spPr>
          <a:xfrm>
            <a:off x="3941899" y="273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499" name="Text 2497"/>
          <p:cNvSpPr/>
          <p:nvPr/>
        </p:nvSpPr>
        <p:spPr>
          <a:xfrm>
            <a:off x="3941899" y="274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00" name="Text 2498"/>
          <p:cNvSpPr/>
          <p:nvPr/>
        </p:nvSpPr>
        <p:spPr>
          <a:xfrm>
            <a:off x="3941899" y="274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01" name="Text 2499"/>
          <p:cNvSpPr/>
          <p:nvPr/>
        </p:nvSpPr>
        <p:spPr>
          <a:xfrm>
            <a:off x="3941899" y="274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02" name="Text 2500"/>
          <p:cNvSpPr/>
          <p:nvPr/>
        </p:nvSpPr>
        <p:spPr>
          <a:xfrm>
            <a:off x="3941899" y="274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03" name="Text 2501"/>
          <p:cNvSpPr/>
          <p:nvPr/>
        </p:nvSpPr>
        <p:spPr>
          <a:xfrm>
            <a:off x="3941899" y="274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04" name="Text 2502"/>
          <p:cNvSpPr/>
          <p:nvPr/>
        </p:nvSpPr>
        <p:spPr>
          <a:xfrm>
            <a:off x="3941899" y="274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05" name="Text 2503"/>
          <p:cNvSpPr/>
          <p:nvPr/>
        </p:nvSpPr>
        <p:spPr>
          <a:xfrm>
            <a:off x="3941899" y="274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06" name="Text 2504"/>
          <p:cNvSpPr/>
          <p:nvPr/>
        </p:nvSpPr>
        <p:spPr>
          <a:xfrm>
            <a:off x="3941899" y="274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07" name="Text 2505"/>
          <p:cNvSpPr/>
          <p:nvPr/>
        </p:nvSpPr>
        <p:spPr>
          <a:xfrm>
            <a:off x="3941899" y="274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08" name="Text 2506"/>
          <p:cNvSpPr/>
          <p:nvPr/>
        </p:nvSpPr>
        <p:spPr>
          <a:xfrm>
            <a:off x="3941899" y="275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09" name="Text 2507"/>
          <p:cNvSpPr/>
          <p:nvPr/>
        </p:nvSpPr>
        <p:spPr>
          <a:xfrm>
            <a:off x="3941899" y="275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10" name="Text 2508"/>
          <p:cNvSpPr/>
          <p:nvPr/>
        </p:nvSpPr>
        <p:spPr>
          <a:xfrm>
            <a:off x="3941899" y="275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11" name="Text 2509"/>
          <p:cNvSpPr/>
          <p:nvPr/>
        </p:nvSpPr>
        <p:spPr>
          <a:xfrm>
            <a:off x="3941899" y="275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12" name="Text 2510"/>
          <p:cNvSpPr/>
          <p:nvPr/>
        </p:nvSpPr>
        <p:spPr>
          <a:xfrm>
            <a:off x="3941899" y="275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13" name="Text 2511"/>
          <p:cNvSpPr/>
          <p:nvPr/>
        </p:nvSpPr>
        <p:spPr>
          <a:xfrm>
            <a:off x="3941899" y="275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14" name="Text 2512"/>
          <p:cNvSpPr/>
          <p:nvPr/>
        </p:nvSpPr>
        <p:spPr>
          <a:xfrm>
            <a:off x="3941899" y="275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15" name="Text 2513"/>
          <p:cNvSpPr/>
          <p:nvPr/>
        </p:nvSpPr>
        <p:spPr>
          <a:xfrm>
            <a:off x="3941899" y="275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16" name="Text 2514"/>
          <p:cNvSpPr/>
          <p:nvPr/>
        </p:nvSpPr>
        <p:spPr>
          <a:xfrm>
            <a:off x="3941899" y="275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17" name="Text 2515"/>
          <p:cNvSpPr/>
          <p:nvPr/>
        </p:nvSpPr>
        <p:spPr>
          <a:xfrm>
            <a:off x="3941899" y="276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18" name="Text 2516"/>
          <p:cNvSpPr/>
          <p:nvPr/>
        </p:nvSpPr>
        <p:spPr>
          <a:xfrm>
            <a:off x="3941899" y="276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19" name="Text 2517"/>
          <p:cNvSpPr/>
          <p:nvPr/>
        </p:nvSpPr>
        <p:spPr>
          <a:xfrm>
            <a:off x="3941899" y="276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20" name="Text 2518"/>
          <p:cNvSpPr/>
          <p:nvPr/>
        </p:nvSpPr>
        <p:spPr>
          <a:xfrm>
            <a:off x="3941899" y="276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21" name="Text 2519"/>
          <p:cNvSpPr/>
          <p:nvPr/>
        </p:nvSpPr>
        <p:spPr>
          <a:xfrm>
            <a:off x="3941899" y="276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22" name="Text 2520"/>
          <p:cNvSpPr/>
          <p:nvPr/>
        </p:nvSpPr>
        <p:spPr>
          <a:xfrm>
            <a:off x="3941899" y="276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23" name="Text 2521"/>
          <p:cNvSpPr/>
          <p:nvPr/>
        </p:nvSpPr>
        <p:spPr>
          <a:xfrm>
            <a:off x="3941899" y="276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24" name="Text 2522"/>
          <p:cNvSpPr/>
          <p:nvPr/>
        </p:nvSpPr>
        <p:spPr>
          <a:xfrm>
            <a:off x="3941899" y="276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25" name="Text 2523"/>
          <p:cNvSpPr/>
          <p:nvPr/>
        </p:nvSpPr>
        <p:spPr>
          <a:xfrm>
            <a:off x="3941899" y="276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26" name="Text 2524"/>
          <p:cNvSpPr/>
          <p:nvPr/>
        </p:nvSpPr>
        <p:spPr>
          <a:xfrm>
            <a:off x="3941899" y="276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27" name="Text 2525"/>
          <p:cNvSpPr/>
          <p:nvPr/>
        </p:nvSpPr>
        <p:spPr>
          <a:xfrm>
            <a:off x="3941899" y="277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28" name="Text 2526"/>
          <p:cNvSpPr/>
          <p:nvPr/>
        </p:nvSpPr>
        <p:spPr>
          <a:xfrm>
            <a:off x="3941899" y="277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29" name="Text 2527"/>
          <p:cNvSpPr/>
          <p:nvPr/>
        </p:nvSpPr>
        <p:spPr>
          <a:xfrm>
            <a:off x="3941899" y="277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30" name="Text 2528"/>
          <p:cNvSpPr/>
          <p:nvPr/>
        </p:nvSpPr>
        <p:spPr>
          <a:xfrm>
            <a:off x="3941899" y="277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31" name="Text 2529"/>
          <p:cNvSpPr/>
          <p:nvPr/>
        </p:nvSpPr>
        <p:spPr>
          <a:xfrm>
            <a:off x="3941899" y="277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32" name="Text 2530"/>
          <p:cNvSpPr/>
          <p:nvPr/>
        </p:nvSpPr>
        <p:spPr>
          <a:xfrm>
            <a:off x="3941899" y="277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33" name="Text 2531"/>
          <p:cNvSpPr/>
          <p:nvPr/>
        </p:nvSpPr>
        <p:spPr>
          <a:xfrm>
            <a:off x="3941899" y="277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34" name="Text 2532"/>
          <p:cNvSpPr/>
          <p:nvPr/>
        </p:nvSpPr>
        <p:spPr>
          <a:xfrm>
            <a:off x="3941899" y="277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35" name="Text 2533"/>
          <p:cNvSpPr/>
          <p:nvPr/>
        </p:nvSpPr>
        <p:spPr>
          <a:xfrm>
            <a:off x="3941899" y="277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36" name="Text 2534"/>
          <p:cNvSpPr/>
          <p:nvPr/>
        </p:nvSpPr>
        <p:spPr>
          <a:xfrm>
            <a:off x="3941899" y="278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37" name="Text 2535"/>
          <p:cNvSpPr/>
          <p:nvPr/>
        </p:nvSpPr>
        <p:spPr>
          <a:xfrm>
            <a:off x="3941899" y="278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38" name="Text 2536"/>
          <p:cNvSpPr/>
          <p:nvPr/>
        </p:nvSpPr>
        <p:spPr>
          <a:xfrm>
            <a:off x="3941899" y="278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39" name="Text 2537"/>
          <p:cNvSpPr/>
          <p:nvPr/>
        </p:nvSpPr>
        <p:spPr>
          <a:xfrm>
            <a:off x="3941899" y="278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40" name="Text 2538"/>
          <p:cNvSpPr/>
          <p:nvPr/>
        </p:nvSpPr>
        <p:spPr>
          <a:xfrm>
            <a:off x="3941899" y="278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41" name="Text 2539"/>
          <p:cNvSpPr/>
          <p:nvPr/>
        </p:nvSpPr>
        <p:spPr>
          <a:xfrm>
            <a:off x="3941899" y="278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42" name="Text 2540"/>
          <p:cNvSpPr/>
          <p:nvPr/>
        </p:nvSpPr>
        <p:spPr>
          <a:xfrm>
            <a:off x="3941899" y="278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43" name="Text 2541"/>
          <p:cNvSpPr/>
          <p:nvPr/>
        </p:nvSpPr>
        <p:spPr>
          <a:xfrm>
            <a:off x="3941899" y="278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44" name="Text 2542"/>
          <p:cNvSpPr/>
          <p:nvPr/>
        </p:nvSpPr>
        <p:spPr>
          <a:xfrm>
            <a:off x="3941899" y="278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45" name="Text 2543"/>
          <p:cNvSpPr/>
          <p:nvPr/>
        </p:nvSpPr>
        <p:spPr>
          <a:xfrm>
            <a:off x="3941899" y="279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46" name="Text 2544"/>
          <p:cNvSpPr/>
          <p:nvPr/>
        </p:nvSpPr>
        <p:spPr>
          <a:xfrm>
            <a:off x="3941899" y="279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47" name="Text 2545"/>
          <p:cNvSpPr/>
          <p:nvPr/>
        </p:nvSpPr>
        <p:spPr>
          <a:xfrm>
            <a:off x="3941899" y="279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48" name="Text 2546"/>
          <p:cNvSpPr/>
          <p:nvPr/>
        </p:nvSpPr>
        <p:spPr>
          <a:xfrm>
            <a:off x="3941899" y="279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49" name="Text 2547"/>
          <p:cNvSpPr/>
          <p:nvPr/>
        </p:nvSpPr>
        <p:spPr>
          <a:xfrm>
            <a:off x="3941899" y="279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50" name="Text 2548"/>
          <p:cNvSpPr/>
          <p:nvPr/>
        </p:nvSpPr>
        <p:spPr>
          <a:xfrm>
            <a:off x="3941899" y="279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51" name="Text 2549"/>
          <p:cNvSpPr/>
          <p:nvPr/>
        </p:nvSpPr>
        <p:spPr>
          <a:xfrm>
            <a:off x="3941899" y="279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52" name="Text 2550"/>
          <p:cNvSpPr/>
          <p:nvPr/>
        </p:nvSpPr>
        <p:spPr>
          <a:xfrm>
            <a:off x="3941899" y="279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53" name="Text 2551"/>
          <p:cNvSpPr/>
          <p:nvPr/>
        </p:nvSpPr>
        <p:spPr>
          <a:xfrm>
            <a:off x="3941899" y="279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54" name="Text 2552"/>
          <p:cNvSpPr/>
          <p:nvPr/>
        </p:nvSpPr>
        <p:spPr>
          <a:xfrm>
            <a:off x="3941899" y="280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55" name="Text 2553"/>
          <p:cNvSpPr/>
          <p:nvPr/>
        </p:nvSpPr>
        <p:spPr>
          <a:xfrm>
            <a:off x="3941899" y="280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56" name="Text 2554"/>
          <p:cNvSpPr/>
          <p:nvPr/>
        </p:nvSpPr>
        <p:spPr>
          <a:xfrm>
            <a:off x="3941899" y="280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57" name="Text 2555"/>
          <p:cNvSpPr/>
          <p:nvPr/>
        </p:nvSpPr>
        <p:spPr>
          <a:xfrm>
            <a:off x="3941899" y="280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58" name="Text 2556"/>
          <p:cNvSpPr/>
          <p:nvPr/>
        </p:nvSpPr>
        <p:spPr>
          <a:xfrm>
            <a:off x="3941899" y="280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59" name="Text 2557"/>
          <p:cNvSpPr/>
          <p:nvPr/>
        </p:nvSpPr>
        <p:spPr>
          <a:xfrm>
            <a:off x="3941899" y="280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60" name="Text 2558"/>
          <p:cNvSpPr/>
          <p:nvPr/>
        </p:nvSpPr>
        <p:spPr>
          <a:xfrm>
            <a:off x="3941899" y="280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61" name="Text 2559"/>
          <p:cNvSpPr/>
          <p:nvPr/>
        </p:nvSpPr>
        <p:spPr>
          <a:xfrm>
            <a:off x="3941899" y="280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62" name="Text 2560"/>
          <p:cNvSpPr/>
          <p:nvPr/>
        </p:nvSpPr>
        <p:spPr>
          <a:xfrm>
            <a:off x="3941899" y="280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63" name="Text 2561"/>
          <p:cNvSpPr/>
          <p:nvPr/>
        </p:nvSpPr>
        <p:spPr>
          <a:xfrm>
            <a:off x="3941899" y="281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64" name="Text 2562"/>
          <p:cNvSpPr/>
          <p:nvPr/>
        </p:nvSpPr>
        <p:spPr>
          <a:xfrm>
            <a:off x="3941899" y="281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65" name="Text 2563"/>
          <p:cNvSpPr/>
          <p:nvPr/>
        </p:nvSpPr>
        <p:spPr>
          <a:xfrm>
            <a:off x="3941899" y="281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66" name="Text 2564"/>
          <p:cNvSpPr/>
          <p:nvPr/>
        </p:nvSpPr>
        <p:spPr>
          <a:xfrm>
            <a:off x="3941899" y="281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67" name="Text 2565"/>
          <p:cNvSpPr/>
          <p:nvPr/>
        </p:nvSpPr>
        <p:spPr>
          <a:xfrm>
            <a:off x="3941899" y="281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68" name="Text 2566"/>
          <p:cNvSpPr/>
          <p:nvPr/>
        </p:nvSpPr>
        <p:spPr>
          <a:xfrm>
            <a:off x="3941899" y="281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69" name="Text 2567"/>
          <p:cNvSpPr/>
          <p:nvPr/>
        </p:nvSpPr>
        <p:spPr>
          <a:xfrm>
            <a:off x="3941899" y="281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70" name="Text 2568"/>
          <p:cNvSpPr/>
          <p:nvPr/>
        </p:nvSpPr>
        <p:spPr>
          <a:xfrm>
            <a:off x="3941899" y="281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71" name="Text 2569"/>
          <p:cNvSpPr/>
          <p:nvPr/>
        </p:nvSpPr>
        <p:spPr>
          <a:xfrm>
            <a:off x="3941899" y="281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72" name="Text 2570"/>
          <p:cNvSpPr/>
          <p:nvPr/>
        </p:nvSpPr>
        <p:spPr>
          <a:xfrm>
            <a:off x="3941899" y="282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73" name="Text 2571"/>
          <p:cNvSpPr/>
          <p:nvPr/>
        </p:nvSpPr>
        <p:spPr>
          <a:xfrm>
            <a:off x="3941899" y="282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74" name="Text 2572"/>
          <p:cNvSpPr/>
          <p:nvPr/>
        </p:nvSpPr>
        <p:spPr>
          <a:xfrm>
            <a:off x="3941899" y="282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75" name="Text 2573"/>
          <p:cNvSpPr/>
          <p:nvPr/>
        </p:nvSpPr>
        <p:spPr>
          <a:xfrm>
            <a:off x="3941899" y="282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76" name="Text 2574"/>
          <p:cNvSpPr/>
          <p:nvPr/>
        </p:nvSpPr>
        <p:spPr>
          <a:xfrm>
            <a:off x="3941899" y="282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77" name="Text 2575"/>
          <p:cNvSpPr/>
          <p:nvPr/>
        </p:nvSpPr>
        <p:spPr>
          <a:xfrm>
            <a:off x="3941899" y="282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78" name="Text 2576"/>
          <p:cNvSpPr/>
          <p:nvPr/>
        </p:nvSpPr>
        <p:spPr>
          <a:xfrm>
            <a:off x="3941899" y="282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79" name="Text 2577"/>
          <p:cNvSpPr/>
          <p:nvPr/>
        </p:nvSpPr>
        <p:spPr>
          <a:xfrm>
            <a:off x="3941899" y="282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80" name="Text 2578"/>
          <p:cNvSpPr/>
          <p:nvPr/>
        </p:nvSpPr>
        <p:spPr>
          <a:xfrm>
            <a:off x="3941899" y="282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81" name="Text 2579"/>
          <p:cNvSpPr/>
          <p:nvPr/>
        </p:nvSpPr>
        <p:spPr>
          <a:xfrm>
            <a:off x="3941899" y="283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82" name="Text 2580"/>
          <p:cNvSpPr/>
          <p:nvPr/>
        </p:nvSpPr>
        <p:spPr>
          <a:xfrm>
            <a:off x="3941899" y="283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83" name="Text 2581"/>
          <p:cNvSpPr/>
          <p:nvPr/>
        </p:nvSpPr>
        <p:spPr>
          <a:xfrm>
            <a:off x="3941899" y="283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84" name="Text 2582"/>
          <p:cNvSpPr/>
          <p:nvPr/>
        </p:nvSpPr>
        <p:spPr>
          <a:xfrm>
            <a:off x="3941899" y="283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85" name="Text 2583"/>
          <p:cNvSpPr/>
          <p:nvPr/>
        </p:nvSpPr>
        <p:spPr>
          <a:xfrm>
            <a:off x="3941899" y="283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86" name="Text 2584"/>
          <p:cNvSpPr/>
          <p:nvPr/>
        </p:nvSpPr>
        <p:spPr>
          <a:xfrm>
            <a:off x="3941899" y="283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87" name="Text 2585"/>
          <p:cNvSpPr/>
          <p:nvPr/>
        </p:nvSpPr>
        <p:spPr>
          <a:xfrm>
            <a:off x="3941899" y="283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88" name="Text 2586"/>
          <p:cNvSpPr/>
          <p:nvPr/>
        </p:nvSpPr>
        <p:spPr>
          <a:xfrm>
            <a:off x="3941899" y="283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89" name="Text 2587"/>
          <p:cNvSpPr/>
          <p:nvPr/>
        </p:nvSpPr>
        <p:spPr>
          <a:xfrm>
            <a:off x="3941899" y="283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90" name="Text 2588"/>
          <p:cNvSpPr/>
          <p:nvPr/>
        </p:nvSpPr>
        <p:spPr>
          <a:xfrm>
            <a:off x="3941899" y="283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91" name="Text 2589"/>
          <p:cNvSpPr/>
          <p:nvPr/>
        </p:nvSpPr>
        <p:spPr>
          <a:xfrm>
            <a:off x="3941899" y="284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92" name="Text 2590"/>
          <p:cNvSpPr/>
          <p:nvPr/>
        </p:nvSpPr>
        <p:spPr>
          <a:xfrm>
            <a:off x="3941899" y="284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93" name="Text 2591"/>
          <p:cNvSpPr/>
          <p:nvPr/>
        </p:nvSpPr>
        <p:spPr>
          <a:xfrm>
            <a:off x="3941899" y="284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94" name="Text 2592"/>
          <p:cNvSpPr/>
          <p:nvPr/>
        </p:nvSpPr>
        <p:spPr>
          <a:xfrm>
            <a:off x="3941899" y="284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95" name="Text 2593"/>
          <p:cNvSpPr/>
          <p:nvPr/>
        </p:nvSpPr>
        <p:spPr>
          <a:xfrm>
            <a:off x="3941899" y="284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96" name="Text 2594"/>
          <p:cNvSpPr/>
          <p:nvPr/>
        </p:nvSpPr>
        <p:spPr>
          <a:xfrm>
            <a:off x="3941899" y="284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97" name="Text 2595"/>
          <p:cNvSpPr/>
          <p:nvPr/>
        </p:nvSpPr>
        <p:spPr>
          <a:xfrm>
            <a:off x="3941899" y="284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98" name="Text 2596"/>
          <p:cNvSpPr/>
          <p:nvPr/>
        </p:nvSpPr>
        <p:spPr>
          <a:xfrm>
            <a:off x="3941899" y="284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599" name="Text 2597"/>
          <p:cNvSpPr/>
          <p:nvPr/>
        </p:nvSpPr>
        <p:spPr>
          <a:xfrm>
            <a:off x="3941899" y="284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00" name="Text 2598"/>
          <p:cNvSpPr/>
          <p:nvPr/>
        </p:nvSpPr>
        <p:spPr>
          <a:xfrm>
            <a:off x="3941899" y="285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01" name="Text 2599"/>
          <p:cNvSpPr/>
          <p:nvPr/>
        </p:nvSpPr>
        <p:spPr>
          <a:xfrm>
            <a:off x="3941899" y="285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02" name="Text 2600"/>
          <p:cNvSpPr/>
          <p:nvPr/>
        </p:nvSpPr>
        <p:spPr>
          <a:xfrm>
            <a:off x="3941899" y="285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03" name="Text 2601"/>
          <p:cNvSpPr/>
          <p:nvPr/>
        </p:nvSpPr>
        <p:spPr>
          <a:xfrm>
            <a:off x="3941899" y="285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04" name="Text 2602"/>
          <p:cNvSpPr/>
          <p:nvPr/>
        </p:nvSpPr>
        <p:spPr>
          <a:xfrm>
            <a:off x="3941899" y="285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05" name="Text 2603"/>
          <p:cNvSpPr/>
          <p:nvPr/>
        </p:nvSpPr>
        <p:spPr>
          <a:xfrm>
            <a:off x="3941899" y="285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06" name="Text 2604"/>
          <p:cNvSpPr/>
          <p:nvPr/>
        </p:nvSpPr>
        <p:spPr>
          <a:xfrm>
            <a:off x="3941899" y="285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07" name="Text 2605"/>
          <p:cNvSpPr/>
          <p:nvPr/>
        </p:nvSpPr>
        <p:spPr>
          <a:xfrm>
            <a:off x="3941899" y="285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08" name="Text 2606"/>
          <p:cNvSpPr/>
          <p:nvPr/>
        </p:nvSpPr>
        <p:spPr>
          <a:xfrm>
            <a:off x="3941899" y="285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09" name="Text 2607"/>
          <p:cNvSpPr/>
          <p:nvPr/>
        </p:nvSpPr>
        <p:spPr>
          <a:xfrm>
            <a:off x="3941899" y="286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10" name="Text 2608"/>
          <p:cNvSpPr/>
          <p:nvPr/>
        </p:nvSpPr>
        <p:spPr>
          <a:xfrm>
            <a:off x="3941899" y="286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11" name="Text 2609"/>
          <p:cNvSpPr/>
          <p:nvPr/>
        </p:nvSpPr>
        <p:spPr>
          <a:xfrm>
            <a:off x="3941899" y="286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12" name="Text 2610"/>
          <p:cNvSpPr/>
          <p:nvPr/>
        </p:nvSpPr>
        <p:spPr>
          <a:xfrm>
            <a:off x="3941899" y="286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13" name="Text 2611"/>
          <p:cNvSpPr/>
          <p:nvPr/>
        </p:nvSpPr>
        <p:spPr>
          <a:xfrm>
            <a:off x="3941899" y="286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14" name="Text 2612"/>
          <p:cNvSpPr/>
          <p:nvPr/>
        </p:nvSpPr>
        <p:spPr>
          <a:xfrm>
            <a:off x="3941899" y="286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15" name="Text 2613"/>
          <p:cNvSpPr/>
          <p:nvPr/>
        </p:nvSpPr>
        <p:spPr>
          <a:xfrm>
            <a:off x="3941899" y="286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16" name="Text 2614"/>
          <p:cNvSpPr/>
          <p:nvPr/>
        </p:nvSpPr>
        <p:spPr>
          <a:xfrm>
            <a:off x="3941899" y="286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17" name="Text 2615"/>
          <p:cNvSpPr/>
          <p:nvPr/>
        </p:nvSpPr>
        <p:spPr>
          <a:xfrm>
            <a:off x="3941899" y="286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18" name="Text 2616"/>
          <p:cNvSpPr/>
          <p:nvPr/>
        </p:nvSpPr>
        <p:spPr>
          <a:xfrm>
            <a:off x="3941899" y="287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19" name="Text 2617"/>
          <p:cNvSpPr/>
          <p:nvPr/>
        </p:nvSpPr>
        <p:spPr>
          <a:xfrm>
            <a:off x="3941899" y="287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20" name="Text 2618"/>
          <p:cNvSpPr/>
          <p:nvPr/>
        </p:nvSpPr>
        <p:spPr>
          <a:xfrm>
            <a:off x="3941899" y="287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21" name="Text 2619"/>
          <p:cNvSpPr/>
          <p:nvPr/>
        </p:nvSpPr>
        <p:spPr>
          <a:xfrm>
            <a:off x="3941899" y="287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22" name="Text 2620"/>
          <p:cNvSpPr/>
          <p:nvPr/>
        </p:nvSpPr>
        <p:spPr>
          <a:xfrm>
            <a:off x="3941899" y="287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23" name="Text 2621"/>
          <p:cNvSpPr/>
          <p:nvPr/>
        </p:nvSpPr>
        <p:spPr>
          <a:xfrm>
            <a:off x="3941899" y="287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24" name="Text 2622"/>
          <p:cNvSpPr/>
          <p:nvPr/>
        </p:nvSpPr>
        <p:spPr>
          <a:xfrm>
            <a:off x="3941899" y="287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25" name="Text 2623"/>
          <p:cNvSpPr/>
          <p:nvPr/>
        </p:nvSpPr>
        <p:spPr>
          <a:xfrm>
            <a:off x="3941899" y="287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26" name="Text 2624"/>
          <p:cNvSpPr/>
          <p:nvPr/>
        </p:nvSpPr>
        <p:spPr>
          <a:xfrm>
            <a:off x="3941899" y="287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27" name="Text 2625"/>
          <p:cNvSpPr/>
          <p:nvPr/>
        </p:nvSpPr>
        <p:spPr>
          <a:xfrm>
            <a:off x="3941899" y="288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28" name="Text 2626"/>
          <p:cNvSpPr/>
          <p:nvPr/>
        </p:nvSpPr>
        <p:spPr>
          <a:xfrm>
            <a:off x="3941899" y="288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29" name="Text 2627"/>
          <p:cNvSpPr/>
          <p:nvPr/>
        </p:nvSpPr>
        <p:spPr>
          <a:xfrm>
            <a:off x="3941899" y="288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30" name="Text 2628"/>
          <p:cNvSpPr/>
          <p:nvPr/>
        </p:nvSpPr>
        <p:spPr>
          <a:xfrm>
            <a:off x="3941899" y="288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31" name="Text 2629"/>
          <p:cNvSpPr/>
          <p:nvPr/>
        </p:nvSpPr>
        <p:spPr>
          <a:xfrm>
            <a:off x="3941899" y="288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32" name="Text 2630"/>
          <p:cNvSpPr/>
          <p:nvPr/>
        </p:nvSpPr>
        <p:spPr>
          <a:xfrm>
            <a:off x="3941899" y="288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33" name="Text 2631"/>
          <p:cNvSpPr/>
          <p:nvPr/>
        </p:nvSpPr>
        <p:spPr>
          <a:xfrm>
            <a:off x="3941899" y="288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34" name="Text 2632"/>
          <p:cNvSpPr/>
          <p:nvPr/>
        </p:nvSpPr>
        <p:spPr>
          <a:xfrm>
            <a:off x="3941899" y="288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35" name="Text 2633"/>
          <p:cNvSpPr/>
          <p:nvPr/>
        </p:nvSpPr>
        <p:spPr>
          <a:xfrm>
            <a:off x="3941899" y="288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36" name="Text 2634"/>
          <p:cNvSpPr/>
          <p:nvPr/>
        </p:nvSpPr>
        <p:spPr>
          <a:xfrm>
            <a:off x="3941899" y="289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37" name="Text 2635"/>
          <p:cNvSpPr/>
          <p:nvPr/>
        </p:nvSpPr>
        <p:spPr>
          <a:xfrm>
            <a:off x="3941899" y="289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38" name="Text 2636"/>
          <p:cNvSpPr/>
          <p:nvPr/>
        </p:nvSpPr>
        <p:spPr>
          <a:xfrm>
            <a:off x="3941899" y="289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39" name="Text 2637"/>
          <p:cNvSpPr/>
          <p:nvPr/>
        </p:nvSpPr>
        <p:spPr>
          <a:xfrm>
            <a:off x="3941899" y="289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40" name="Text 2638"/>
          <p:cNvSpPr/>
          <p:nvPr/>
        </p:nvSpPr>
        <p:spPr>
          <a:xfrm>
            <a:off x="3941899" y="289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41" name="Text 2639"/>
          <p:cNvSpPr/>
          <p:nvPr/>
        </p:nvSpPr>
        <p:spPr>
          <a:xfrm>
            <a:off x="3941899" y="289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42" name="Text 2640"/>
          <p:cNvSpPr/>
          <p:nvPr/>
        </p:nvSpPr>
        <p:spPr>
          <a:xfrm>
            <a:off x="3941899" y="289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43" name="Text 2641"/>
          <p:cNvSpPr/>
          <p:nvPr/>
        </p:nvSpPr>
        <p:spPr>
          <a:xfrm>
            <a:off x="3941899" y="289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44" name="Text 2642"/>
          <p:cNvSpPr/>
          <p:nvPr/>
        </p:nvSpPr>
        <p:spPr>
          <a:xfrm>
            <a:off x="3941899" y="289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45" name="Text 2643"/>
          <p:cNvSpPr/>
          <p:nvPr/>
        </p:nvSpPr>
        <p:spPr>
          <a:xfrm>
            <a:off x="3941899" y="290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46" name="Text 2644"/>
          <p:cNvSpPr/>
          <p:nvPr/>
        </p:nvSpPr>
        <p:spPr>
          <a:xfrm>
            <a:off x="3941899" y="290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47" name="Text 2645"/>
          <p:cNvSpPr/>
          <p:nvPr/>
        </p:nvSpPr>
        <p:spPr>
          <a:xfrm>
            <a:off x="3941899" y="290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48" name="Text 2646"/>
          <p:cNvSpPr/>
          <p:nvPr/>
        </p:nvSpPr>
        <p:spPr>
          <a:xfrm>
            <a:off x="3941899" y="290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49" name="Text 2647"/>
          <p:cNvSpPr/>
          <p:nvPr/>
        </p:nvSpPr>
        <p:spPr>
          <a:xfrm>
            <a:off x="3941899" y="290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50" name="Text 2648"/>
          <p:cNvSpPr/>
          <p:nvPr/>
        </p:nvSpPr>
        <p:spPr>
          <a:xfrm>
            <a:off x="3941899" y="290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51" name="Text 2649"/>
          <p:cNvSpPr/>
          <p:nvPr/>
        </p:nvSpPr>
        <p:spPr>
          <a:xfrm>
            <a:off x="3941899" y="290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52" name="Text 2650"/>
          <p:cNvSpPr/>
          <p:nvPr/>
        </p:nvSpPr>
        <p:spPr>
          <a:xfrm>
            <a:off x="3941899" y="290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53" name="Text 2651"/>
          <p:cNvSpPr/>
          <p:nvPr/>
        </p:nvSpPr>
        <p:spPr>
          <a:xfrm>
            <a:off x="3941899" y="290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54" name="Text 2652"/>
          <p:cNvSpPr/>
          <p:nvPr/>
        </p:nvSpPr>
        <p:spPr>
          <a:xfrm>
            <a:off x="3941899" y="290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55" name="Text 2653"/>
          <p:cNvSpPr/>
          <p:nvPr/>
        </p:nvSpPr>
        <p:spPr>
          <a:xfrm>
            <a:off x="3941899" y="291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56" name="Text 2654"/>
          <p:cNvSpPr/>
          <p:nvPr/>
        </p:nvSpPr>
        <p:spPr>
          <a:xfrm>
            <a:off x="3941899" y="291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57" name="Text 2655"/>
          <p:cNvSpPr/>
          <p:nvPr/>
        </p:nvSpPr>
        <p:spPr>
          <a:xfrm>
            <a:off x="3941899" y="291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58" name="Text 2656"/>
          <p:cNvSpPr/>
          <p:nvPr/>
        </p:nvSpPr>
        <p:spPr>
          <a:xfrm>
            <a:off x="3941899" y="291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59" name="Text 2657"/>
          <p:cNvSpPr/>
          <p:nvPr/>
        </p:nvSpPr>
        <p:spPr>
          <a:xfrm>
            <a:off x="3941899" y="291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60" name="Text 2658"/>
          <p:cNvSpPr/>
          <p:nvPr/>
        </p:nvSpPr>
        <p:spPr>
          <a:xfrm>
            <a:off x="3941899" y="291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61" name="Text 2659"/>
          <p:cNvSpPr/>
          <p:nvPr/>
        </p:nvSpPr>
        <p:spPr>
          <a:xfrm>
            <a:off x="3941899" y="291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62" name="Text 2660"/>
          <p:cNvSpPr/>
          <p:nvPr/>
        </p:nvSpPr>
        <p:spPr>
          <a:xfrm>
            <a:off x="3941899" y="291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63" name="Text 2661"/>
          <p:cNvSpPr/>
          <p:nvPr/>
        </p:nvSpPr>
        <p:spPr>
          <a:xfrm>
            <a:off x="3941899" y="291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64" name="Text 2662"/>
          <p:cNvSpPr/>
          <p:nvPr/>
        </p:nvSpPr>
        <p:spPr>
          <a:xfrm>
            <a:off x="3941899" y="292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65" name="Text 2663"/>
          <p:cNvSpPr/>
          <p:nvPr/>
        </p:nvSpPr>
        <p:spPr>
          <a:xfrm>
            <a:off x="3941899" y="292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66" name="Text 2664"/>
          <p:cNvSpPr/>
          <p:nvPr/>
        </p:nvSpPr>
        <p:spPr>
          <a:xfrm>
            <a:off x="3941899" y="292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67" name="Text 2665"/>
          <p:cNvSpPr/>
          <p:nvPr/>
        </p:nvSpPr>
        <p:spPr>
          <a:xfrm>
            <a:off x="3941899" y="292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68" name="Text 2666"/>
          <p:cNvSpPr/>
          <p:nvPr/>
        </p:nvSpPr>
        <p:spPr>
          <a:xfrm>
            <a:off x="3941899" y="292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69" name="Text 2667"/>
          <p:cNvSpPr/>
          <p:nvPr/>
        </p:nvSpPr>
        <p:spPr>
          <a:xfrm>
            <a:off x="3941899" y="292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70" name="Text 2668"/>
          <p:cNvSpPr/>
          <p:nvPr/>
        </p:nvSpPr>
        <p:spPr>
          <a:xfrm>
            <a:off x="3941899" y="292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71" name="Text 2669"/>
          <p:cNvSpPr/>
          <p:nvPr/>
        </p:nvSpPr>
        <p:spPr>
          <a:xfrm>
            <a:off x="3941899" y="292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72" name="Text 2670"/>
          <p:cNvSpPr/>
          <p:nvPr/>
        </p:nvSpPr>
        <p:spPr>
          <a:xfrm>
            <a:off x="3941899" y="292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73" name="Text 2671"/>
          <p:cNvSpPr/>
          <p:nvPr/>
        </p:nvSpPr>
        <p:spPr>
          <a:xfrm>
            <a:off x="3941899" y="293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74" name="Text 2672"/>
          <p:cNvSpPr/>
          <p:nvPr/>
        </p:nvSpPr>
        <p:spPr>
          <a:xfrm>
            <a:off x="3941899" y="293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75" name="Text 2673"/>
          <p:cNvSpPr/>
          <p:nvPr/>
        </p:nvSpPr>
        <p:spPr>
          <a:xfrm>
            <a:off x="3941899" y="293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76" name="Text 2674"/>
          <p:cNvSpPr/>
          <p:nvPr/>
        </p:nvSpPr>
        <p:spPr>
          <a:xfrm>
            <a:off x="3941899" y="293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77" name="Text 2675"/>
          <p:cNvSpPr/>
          <p:nvPr/>
        </p:nvSpPr>
        <p:spPr>
          <a:xfrm>
            <a:off x="3941899" y="293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78" name="Text 2676"/>
          <p:cNvSpPr/>
          <p:nvPr/>
        </p:nvSpPr>
        <p:spPr>
          <a:xfrm>
            <a:off x="3941899" y="293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79" name="Text 2677"/>
          <p:cNvSpPr/>
          <p:nvPr/>
        </p:nvSpPr>
        <p:spPr>
          <a:xfrm>
            <a:off x="3941899" y="293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80" name="Text 2678"/>
          <p:cNvSpPr/>
          <p:nvPr/>
        </p:nvSpPr>
        <p:spPr>
          <a:xfrm>
            <a:off x="3941899" y="293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81" name="Text 2679"/>
          <p:cNvSpPr/>
          <p:nvPr/>
        </p:nvSpPr>
        <p:spPr>
          <a:xfrm>
            <a:off x="3941899" y="293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82" name="Text 2680"/>
          <p:cNvSpPr/>
          <p:nvPr/>
        </p:nvSpPr>
        <p:spPr>
          <a:xfrm>
            <a:off x="3941899" y="294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83" name="Text 2681"/>
          <p:cNvSpPr/>
          <p:nvPr/>
        </p:nvSpPr>
        <p:spPr>
          <a:xfrm>
            <a:off x="3941899" y="294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84" name="Text 2682"/>
          <p:cNvSpPr/>
          <p:nvPr/>
        </p:nvSpPr>
        <p:spPr>
          <a:xfrm>
            <a:off x="3941899" y="294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85" name="Text 2683"/>
          <p:cNvSpPr/>
          <p:nvPr/>
        </p:nvSpPr>
        <p:spPr>
          <a:xfrm>
            <a:off x="3941899" y="294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86" name="Text 2684"/>
          <p:cNvSpPr/>
          <p:nvPr/>
        </p:nvSpPr>
        <p:spPr>
          <a:xfrm>
            <a:off x="3941899" y="294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87" name="Text 2685"/>
          <p:cNvSpPr/>
          <p:nvPr/>
        </p:nvSpPr>
        <p:spPr>
          <a:xfrm>
            <a:off x="3941899" y="294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88" name="Text 2686"/>
          <p:cNvSpPr/>
          <p:nvPr/>
        </p:nvSpPr>
        <p:spPr>
          <a:xfrm>
            <a:off x="3941899" y="294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89" name="Text 2687"/>
          <p:cNvSpPr/>
          <p:nvPr/>
        </p:nvSpPr>
        <p:spPr>
          <a:xfrm>
            <a:off x="3941899" y="294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90" name="Text 2688"/>
          <p:cNvSpPr/>
          <p:nvPr/>
        </p:nvSpPr>
        <p:spPr>
          <a:xfrm>
            <a:off x="3941899" y="294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91" name="Text 2689"/>
          <p:cNvSpPr/>
          <p:nvPr/>
        </p:nvSpPr>
        <p:spPr>
          <a:xfrm>
            <a:off x="3941899" y="295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92" name="Text 2690"/>
          <p:cNvSpPr/>
          <p:nvPr/>
        </p:nvSpPr>
        <p:spPr>
          <a:xfrm>
            <a:off x="3941899" y="295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93" name="Text 2691"/>
          <p:cNvSpPr/>
          <p:nvPr/>
        </p:nvSpPr>
        <p:spPr>
          <a:xfrm>
            <a:off x="3941899" y="295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94" name="Text 2692"/>
          <p:cNvSpPr/>
          <p:nvPr/>
        </p:nvSpPr>
        <p:spPr>
          <a:xfrm>
            <a:off x="3941899" y="295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95" name="Text 2693"/>
          <p:cNvSpPr/>
          <p:nvPr/>
        </p:nvSpPr>
        <p:spPr>
          <a:xfrm>
            <a:off x="3941899" y="295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96" name="Text 2694"/>
          <p:cNvSpPr/>
          <p:nvPr/>
        </p:nvSpPr>
        <p:spPr>
          <a:xfrm>
            <a:off x="3941899" y="295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97" name="Text 2695"/>
          <p:cNvSpPr/>
          <p:nvPr/>
        </p:nvSpPr>
        <p:spPr>
          <a:xfrm>
            <a:off x="3941899" y="295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98" name="Text 2696"/>
          <p:cNvSpPr/>
          <p:nvPr/>
        </p:nvSpPr>
        <p:spPr>
          <a:xfrm>
            <a:off x="3941899" y="295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699" name="Text 2697"/>
          <p:cNvSpPr/>
          <p:nvPr/>
        </p:nvSpPr>
        <p:spPr>
          <a:xfrm>
            <a:off x="3941899" y="295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00" name="Text 2698"/>
          <p:cNvSpPr/>
          <p:nvPr/>
        </p:nvSpPr>
        <p:spPr>
          <a:xfrm>
            <a:off x="3941899" y="296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01" name="Text 2699"/>
          <p:cNvSpPr/>
          <p:nvPr/>
        </p:nvSpPr>
        <p:spPr>
          <a:xfrm>
            <a:off x="3941899" y="296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02" name="Text 2700"/>
          <p:cNvSpPr/>
          <p:nvPr/>
        </p:nvSpPr>
        <p:spPr>
          <a:xfrm>
            <a:off x="3941899" y="296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03" name="Text 2701"/>
          <p:cNvSpPr/>
          <p:nvPr/>
        </p:nvSpPr>
        <p:spPr>
          <a:xfrm>
            <a:off x="3941899" y="296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04" name="Text 2702"/>
          <p:cNvSpPr/>
          <p:nvPr/>
        </p:nvSpPr>
        <p:spPr>
          <a:xfrm>
            <a:off x="3941899" y="296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05" name="Text 2703"/>
          <p:cNvSpPr/>
          <p:nvPr/>
        </p:nvSpPr>
        <p:spPr>
          <a:xfrm>
            <a:off x="3941899" y="296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06" name="Text 2704"/>
          <p:cNvSpPr/>
          <p:nvPr/>
        </p:nvSpPr>
        <p:spPr>
          <a:xfrm>
            <a:off x="3941899" y="296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07" name="Text 2705"/>
          <p:cNvSpPr/>
          <p:nvPr/>
        </p:nvSpPr>
        <p:spPr>
          <a:xfrm>
            <a:off x="3941899" y="296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08" name="Text 2706"/>
          <p:cNvSpPr/>
          <p:nvPr/>
        </p:nvSpPr>
        <p:spPr>
          <a:xfrm>
            <a:off x="3941899" y="296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09" name="Text 2707"/>
          <p:cNvSpPr/>
          <p:nvPr/>
        </p:nvSpPr>
        <p:spPr>
          <a:xfrm>
            <a:off x="3941899" y="297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10" name="Text 2708"/>
          <p:cNvSpPr/>
          <p:nvPr/>
        </p:nvSpPr>
        <p:spPr>
          <a:xfrm>
            <a:off x="3941899" y="297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11" name="Text 2709"/>
          <p:cNvSpPr/>
          <p:nvPr/>
        </p:nvSpPr>
        <p:spPr>
          <a:xfrm>
            <a:off x="3941899" y="297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12" name="Text 2710"/>
          <p:cNvSpPr/>
          <p:nvPr/>
        </p:nvSpPr>
        <p:spPr>
          <a:xfrm>
            <a:off x="3941899" y="297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13" name="Text 2711"/>
          <p:cNvSpPr/>
          <p:nvPr/>
        </p:nvSpPr>
        <p:spPr>
          <a:xfrm>
            <a:off x="3941899" y="297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14" name="Text 2712"/>
          <p:cNvSpPr/>
          <p:nvPr/>
        </p:nvSpPr>
        <p:spPr>
          <a:xfrm>
            <a:off x="3941899" y="297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15" name="Text 2713"/>
          <p:cNvSpPr/>
          <p:nvPr/>
        </p:nvSpPr>
        <p:spPr>
          <a:xfrm>
            <a:off x="3941899" y="297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16" name="Text 2714"/>
          <p:cNvSpPr/>
          <p:nvPr/>
        </p:nvSpPr>
        <p:spPr>
          <a:xfrm>
            <a:off x="3941899" y="297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17" name="Text 2715"/>
          <p:cNvSpPr/>
          <p:nvPr/>
        </p:nvSpPr>
        <p:spPr>
          <a:xfrm>
            <a:off x="3941899" y="297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18" name="Text 2716"/>
          <p:cNvSpPr/>
          <p:nvPr/>
        </p:nvSpPr>
        <p:spPr>
          <a:xfrm>
            <a:off x="3941899" y="297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19" name="Text 2717"/>
          <p:cNvSpPr/>
          <p:nvPr/>
        </p:nvSpPr>
        <p:spPr>
          <a:xfrm>
            <a:off x="3941899" y="298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20" name="Text 2718"/>
          <p:cNvSpPr/>
          <p:nvPr/>
        </p:nvSpPr>
        <p:spPr>
          <a:xfrm>
            <a:off x="3941899" y="298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21" name="Text 2719"/>
          <p:cNvSpPr/>
          <p:nvPr/>
        </p:nvSpPr>
        <p:spPr>
          <a:xfrm>
            <a:off x="3941899" y="298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22" name="Text 2720"/>
          <p:cNvSpPr/>
          <p:nvPr/>
        </p:nvSpPr>
        <p:spPr>
          <a:xfrm>
            <a:off x="3941899" y="298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23" name="Text 2721"/>
          <p:cNvSpPr/>
          <p:nvPr/>
        </p:nvSpPr>
        <p:spPr>
          <a:xfrm>
            <a:off x="3941899" y="298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24" name="Text 2722"/>
          <p:cNvSpPr/>
          <p:nvPr/>
        </p:nvSpPr>
        <p:spPr>
          <a:xfrm>
            <a:off x="3941899" y="298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25" name="Text 2723"/>
          <p:cNvSpPr/>
          <p:nvPr/>
        </p:nvSpPr>
        <p:spPr>
          <a:xfrm>
            <a:off x="3941899" y="298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26" name="Text 2724"/>
          <p:cNvSpPr/>
          <p:nvPr/>
        </p:nvSpPr>
        <p:spPr>
          <a:xfrm>
            <a:off x="3941899" y="298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27" name="Text 2725"/>
          <p:cNvSpPr/>
          <p:nvPr/>
        </p:nvSpPr>
        <p:spPr>
          <a:xfrm>
            <a:off x="3941899" y="298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28" name="Text 2726"/>
          <p:cNvSpPr/>
          <p:nvPr/>
        </p:nvSpPr>
        <p:spPr>
          <a:xfrm>
            <a:off x="3941899" y="299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29" name="Text 2727"/>
          <p:cNvSpPr/>
          <p:nvPr/>
        </p:nvSpPr>
        <p:spPr>
          <a:xfrm>
            <a:off x="3941899" y="299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30" name="Text 2728"/>
          <p:cNvSpPr/>
          <p:nvPr/>
        </p:nvSpPr>
        <p:spPr>
          <a:xfrm>
            <a:off x="3941899" y="299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31" name="Text 2729"/>
          <p:cNvSpPr/>
          <p:nvPr/>
        </p:nvSpPr>
        <p:spPr>
          <a:xfrm>
            <a:off x="3941899" y="299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32" name="Text 2730"/>
          <p:cNvSpPr/>
          <p:nvPr/>
        </p:nvSpPr>
        <p:spPr>
          <a:xfrm>
            <a:off x="3941899" y="299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33" name="Text 2731"/>
          <p:cNvSpPr/>
          <p:nvPr/>
        </p:nvSpPr>
        <p:spPr>
          <a:xfrm>
            <a:off x="3941899" y="299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34" name="Text 2732"/>
          <p:cNvSpPr/>
          <p:nvPr/>
        </p:nvSpPr>
        <p:spPr>
          <a:xfrm>
            <a:off x="3941899" y="299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35" name="Text 2733"/>
          <p:cNvSpPr/>
          <p:nvPr/>
        </p:nvSpPr>
        <p:spPr>
          <a:xfrm>
            <a:off x="3941899" y="299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36" name="Text 2734"/>
          <p:cNvSpPr/>
          <p:nvPr/>
        </p:nvSpPr>
        <p:spPr>
          <a:xfrm>
            <a:off x="3941899" y="299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37" name="Text 2735"/>
          <p:cNvSpPr/>
          <p:nvPr/>
        </p:nvSpPr>
        <p:spPr>
          <a:xfrm>
            <a:off x="3941899" y="300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38" name="Text 2736"/>
          <p:cNvSpPr/>
          <p:nvPr/>
        </p:nvSpPr>
        <p:spPr>
          <a:xfrm>
            <a:off x="3941899" y="300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39" name="Text 2737"/>
          <p:cNvSpPr/>
          <p:nvPr/>
        </p:nvSpPr>
        <p:spPr>
          <a:xfrm>
            <a:off x="3941899" y="300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40" name="Text 2738"/>
          <p:cNvSpPr/>
          <p:nvPr/>
        </p:nvSpPr>
        <p:spPr>
          <a:xfrm>
            <a:off x="3941899" y="300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41" name="Text 2739"/>
          <p:cNvSpPr/>
          <p:nvPr/>
        </p:nvSpPr>
        <p:spPr>
          <a:xfrm>
            <a:off x="3941899" y="300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42" name="Text 2740"/>
          <p:cNvSpPr/>
          <p:nvPr/>
        </p:nvSpPr>
        <p:spPr>
          <a:xfrm>
            <a:off x="3941899" y="300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43" name="Text 2741"/>
          <p:cNvSpPr/>
          <p:nvPr/>
        </p:nvSpPr>
        <p:spPr>
          <a:xfrm>
            <a:off x="3941899" y="300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44" name="Text 2742"/>
          <p:cNvSpPr/>
          <p:nvPr/>
        </p:nvSpPr>
        <p:spPr>
          <a:xfrm>
            <a:off x="3941899" y="300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45" name="Text 2743"/>
          <p:cNvSpPr/>
          <p:nvPr/>
        </p:nvSpPr>
        <p:spPr>
          <a:xfrm>
            <a:off x="3941899" y="300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46" name="Text 2744"/>
          <p:cNvSpPr/>
          <p:nvPr/>
        </p:nvSpPr>
        <p:spPr>
          <a:xfrm>
            <a:off x="3941899" y="301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47" name="Text 2745"/>
          <p:cNvSpPr/>
          <p:nvPr/>
        </p:nvSpPr>
        <p:spPr>
          <a:xfrm>
            <a:off x="3941899" y="301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48" name="Text 2746"/>
          <p:cNvSpPr/>
          <p:nvPr/>
        </p:nvSpPr>
        <p:spPr>
          <a:xfrm>
            <a:off x="3941899" y="301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49" name="Text 2747"/>
          <p:cNvSpPr/>
          <p:nvPr/>
        </p:nvSpPr>
        <p:spPr>
          <a:xfrm>
            <a:off x="3941899" y="301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50" name="Text 2748"/>
          <p:cNvSpPr/>
          <p:nvPr/>
        </p:nvSpPr>
        <p:spPr>
          <a:xfrm>
            <a:off x="3941899" y="301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51" name="Text 2749"/>
          <p:cNvSpPr/>
          <p:nvPr/>
        </p:nvSpPr>
        <p:spPr>
          <a:xfrm>
            <a:off x="3941899" y="301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52" name="Text 2750"/>
          <p:cNvSpPr/>
          <p:nvPr/>
        </p:nvSpPr>
        <p:spPr>
          <a:xfrm>
            <a:off x="3941899" y="301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53" name="Text 2751"/>
          <p:cNvSpPr/>
          <p:nvPr/>
        </p:nvSpPr>
        <p:spPr>
          <a:xfrm>
            <a:off x="3941899" y="301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54" name="Text 2752"/>
          <p:cNvSpPr/>
          <p:nvPr/>
        </p:nvSpPr>
        <p:spPr>
          <a:xfrm>
            <a:off x="3941899" y="301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55" name="Text 2753"/>
          <p:cNvSpPr/>
          <p:nvPr/>
        </p:nvSpPr>
        <p:spPr>
          <a:xfrm>
            <a:off x="3941899" y="302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56" name="Text 2754"/>
          <p:cNvSpPr/>
          <p:nvPr/>
        </p:nvSpPr>
        <p:spPr>
          <a:xfrm>
            <a:off x="3941899" y="302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57" name="Text 2755"/>
          <p:cNvSpPr/>
          <p:nvPr/>
        </p:nvSpPr>
        <p:spPr>
          <a:xfrm>
            <a:off x="3941899" y="302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58" name="Text 2756"/>
          <p:cNvSpPr/>
          <p:nvPr/>
        </p:nvSpPr>
        <p:spPr>
          <a:xfrm>
            <a:off x="3941899" y="302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59" name="Text 2757"/>
          <p:cNvSpPr/>
          <p:nvPr/>
        </p:nvSpPr>
        <p:spPr>
          <a:xfrm>
            <a:off x="3941899" y="302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60" name="Text 2758"/>
          <p:cNvSpPr/>
          <p:nvPr/>
        </p:nvSpPr>
        <p:spPr>
          <a:xfrm>
            <a:off x="3941899" y="302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61" name="Text 2759"/>
          <p:cNvSpPr/>
          <p:nvPr/>
        </p:nvSpPr>
        <p:spPr>
          <a:xfrm>
            <a:off x="3941899" y="302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62" name="Text 2760"/>
          <p:cNvSpPr/>
          <p:nvPr/>
        </p:nvSpPr>
        <p:spPr>
          <a:xfrm>
            <a:off x="3941899" y="302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63" name="Text 2761"/>
          <p:cNvSpPr/>
          <p:nvPr/>
        </p:nvSpPr>
        <p:spPr>
          <a:xfrm>
            <a:off x="3941899" y="302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64" name="Text 2762"/>
          <p:cNvSpPr/>
          <p:nvPr/>
        </p:nvSpPr>
        <p:spPr>
          <a:xfrm>
            <a:off x="3941899" y="303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65" name="Text 2763"/>
          <p:cNvSpPr/>
          <p:nvPr/>
        </p:nvSpPr>
        <p:spPr>
          <a:xfrm>
            <a:off x="3941899" y="303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66" name="Text 2764"/>
          <p:cNvSpPr/>
          <p:nvPr/>
        </p:nvSpPr>
        <p:spPr>
          <a:xfrm>
            <a:off x="3941899" y="303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67" name="Text 2765"/>
          <p:cNvSpPr/>
          <p:nvPr/>
        </p:nvSpPr>
        <p:spPr>
          <a:xfrm>
            <a:off x="3941899" y="303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68" name="Text 2766"/>
          <p:cNvSpPr/>
          <p:nvPr/>
        </p:nvSpPr>
        <p:spPr>
          <a:xfrm>
            <a:off x="3941899" y="303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69" name="Text 2767"/>
          <p:cNvSpPr/>
          <p:nvPr/>
        </p:nvSpPr>
        <p:spPr>
          <a:xfrm>
            <a:off x="3941899" y="303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70" name="Text 2768"/>
          <p:cNvSpPr/>
          <p:nvPr/>
        </p:nvSpPr>
        <p:spPr>
          <a:xfrm>
            <a:off x="3941899" y="303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71" name="Text 2769"/>
          <p:cNvSpPr/>
          <p:nvPr/>
        </p:nvSpPr>
        <p:spPr>
          <a:xfrm>
            <a:off x="3941899" y="303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72" name="Text 2770"/>
          <p:cNvSpPr/>
          <p:nvPr/>
        </p:nvSpPr>
        <p:spPr>
          <a:xfrm>
            <a:off x="3941899" y="303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73" name="Text 2771"/>
          <p:cNvSpPr/>
          <p:nvPr/>
        </p:nvSpPr>
        <p:spPr>
          <a:xfrm>
            <a:off x="3941899" y="304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74" name="Text 2772"/>
          <p:cNvSpPr/>
          <p:nvPr/>
        </p:nvSpPr>
        <p:spPr>
          <a:xfrm>
            <a:off x="3941899" y="304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75" name="Text 2773"/>
          <p:cNvSpPr/>
          <p:nvPr/>
        </p:nvSpPr>
        <p:spPr>
          <a:xfrm>
            <a:off x="3941899" y="304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76" name="Text 2774"/>
          <p:cNvSpPr/>
          <p:nvPr/>
        </p:nvSpPr>
        <p:spPr>
          <a:xfrm>
            <a:off x="3941899" y="304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77" name="Text 2775"/>
          <p:cNvSpPr/>
          <p:nvPr/>
        </p:nvSpPr>
        <p:spPr>
          <a:xfrm>
            <a:off x="3941899" y="304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78" name="Text 2776"/>
          <p:cNvSpPr/>
          <p:nvPr/>
        </p:nvSpPr>
        <p:spPr>
          <a:xfrm>
            <a:off x="3941899" y="304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79" name="Text 2777"/>
          <p:cNvSpPr/>
          <p:nvPr/>
        </p:nvSpPr>
        <p:spPr>
          <a:xfrm>
            <a:off x="3941899" y="304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80" name="Text 2778"/>
          <p:cNvSpPr/>
          <p:nvPr/>
        </p:nvSpPr>
        <p:spPr>
          <a:xfrm>
            <a:off x="3941899" y="304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81" name="Text 2779"/>
          <p:cNvSpPr/>
          <p:nvPr/>
        </p:nvSpPr>
        <p:spPr>
          <a:xfrm>
            <a:off x="3941899" y="304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82" name="Text 2780"/>
          <p:cNvSpPr/>
          <p:nvPr/>
        </p:nvSpPr>
        <p:spPr>
          <a:xfrm>
            <a:off x="3941899" y="304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83" name="Text 2781"/>
          <p:cNvSpPr/>
          <p:nvPr/>
        </p:nvSpPr>
        <p:spPr>
          <a:xfrm>
            <a:off x="3941899" y="305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84" name="Text 2782"/>
          <p:cNvSpPr/>
          <p:nvPr/>
        </p:nvSpPr>
        <p:spPr>
          <a:xfrm>
            <a:off x="3941899" y="305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85" name="Text 2783"/>
          <p:cNvSpPr/>
          <p:nvPr/>
        </p:nvSpPr>
        <p:spPr>
          <a:xfrm>
            <a:off x="3941899" y="305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86" name="Text 2784"/>
          <p:cNvSpPr/>
          <p:nvPr/>
        </p:nvSpPr>
        <p:spPr>
          <a:xfrm>
            <a:off x="3941899" y="305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87" name="Text 2785"/>
          <p:cNvSpPr/>
          <p:nvPr/>
        </p:nvSpPr>
        <p:spPr>
          <a:xfrm>
            <a:off x="3941899" y="305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88" name="Text 2786"/>
          <p:cNvSpPr/>
          <p:nvPr/>
        </p:nvSpPr>
        <p:spPr>
          <a:xfrm>
            <a:off x="3941899" y="305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89" name="Text 2787"/>
          <p:cNvSpPr/>
          <p:nvPr/>
        </p:nvSpPr>
        <p:spPr>
          <a:xfrm>
            <a:off x="3941899" y="305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90" name="Text 2788"/>
          <p:cNvSpPr/>
          <p:nvPr/>
        </p:nvSpPr>
        <p:spPr>
          <a:xfrm>
            <a:off x="3941899" y="305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91" name="Text 2789"/>
          <p:cNvSpPr/>
          <p:nvPr/>
        </p:nvSpPr>
        <p:spPr>
          <a:xfrm>
            <a:off x="3941899" y="305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92" name="Text 2790"/>
          <p:cNvSpPr/>
          <p:nvPr/>
        </p:nvSpPr>
        <p:spPr>
          <a:xfrm>
            <a:off x="3941899" y="306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93" name="Text 2791"/>
          <p:cNvSpPr/>
          <p:nvPr/>
        </p:nvSpPr>
        <p:spPr>
          <a:xfrm>
            <a:off x="3941899" y="306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94" name="Text 2792"/>
          <p:cNvSpPr/>
          <p:nvPr/>
        </p:nvSpPr>
        <p:spPr>
          <a:xfrm>
            <a:off x="3941899" y="306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95" name="Text 2793"/>
          <p:cNvSpPr/>
          <p:nvPr/>
        </p:nvSpPr>
        <p:spPr>
          <a:xfrm>
            <a:off x="3941899" y="306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96" name="Text 2794"/>
          <p:cNvSpPr/>
          <p:nvPr/>
        </p:nvSpPr>
        <p:spPr>
          <a:xfrm>
            <a:off x="3941899" y="306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97" name="Text 2795"/>
          <p:cNvSpPr/>
          <p:nvPr/>
        </p:nvSpPr>
        <p:spPr>
          <a:xfrm>
            <a:off x="3941899" y="306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98" name="Text 2796"/>
          <p:cNvSpPr/>
          <p:nvPr/>
        </p:nvSpPr>
        <p:spPr>
          <a:xfrm>
            <a:off x="3941899" y="306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799" name="Text 2797"/>
          <p:cNvSpPr/>
          <p:nvPr/>
        </p:nvSpPr>
        <p:spPr>
          <a:xfrm>
            <a:off x="3941899" y="306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00" name="Text 2798"/>
          <p:cNvSpPr/>
          <p:nvPr/>
        </p:nvSpPr>
        <p:spPr>
          <a:xfrm>
            <a:off x="3941899" y="306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01" name="Text 2799"/>
          <p:cNvSpPr/>
          <p:nvPr/>
        </p:nvSpPr>
        <p:spPr>
          <a:xfrm>
            <a:off x="3941899" y="307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02" name="Text 2800"/>
          <p:cNvSpPr/>
          <p:nvPr/>
        </p:nvSpPr>
        <p:spPr>
          <a:xfrm>
            <a:off x="3941899" y="307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03" name="Text 2801"/>
          <p:cNvSpPr/>
          <p:nvPr/>
        </p:nvSpPr>
        <p:spPr>
          <a:xfrm>
            <a:off x="3941899" y="307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04" name="Text 2802"/>
          <p:cNvSpPr/>
          <p:nvPr/>
        </p:nvSpPr>
        <p:spPr>
          <a:xfrm>
            <a:off x="3941899" y="307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05" name="Text 2803"/>
          <p:cNvSpPr/>
          <p:nvPr/>
        </p:nvSpPr>
        <p:spPr>
          <a:xfrm>
            <a:off x="3941899" y="307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06" name="Text 2804"/>
          <p:cNvSpPr/>
          <p:nvPr/>
        </p:nvSpPr>
        <p:spPr>
          <a:xfrm>
            <a:off x="3941899" y="307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07" name="Text 2805"/>
          <p:cNvSpPr/>
          <p:nvPr/>
        </p:nvSpPr>
        <p:spPr>
          <a:xfrm>
            <a:off x="3941899" y="307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08" name="Text 2806"/>
          <p:cNvSpPr/>
          <p:nvPr/>
        </p:nvSpPr>
        <p:spPr>
          <a:xfrm>
            <a:off x="3941899" y="307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09" name="Text 2807"/>
          <p:cNvSpPr/>
          <p:nvPr/>
        </p:nvSpPr>
        <p:spPr>
          <a:xfrm>
            <a:off x="3941899" y="307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10" name="Text 2808"/>
          <p:cNvSpPr/>
          <p:nvPr/>
        </p:nvSpPr>
        <p:spPr>
          <a:xfrm>
            <a:off x="3941899" y="308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11" name="Text 2809"/>
          <p:cNvSpPr/>
          <p:nvPr/>
        </p:nvSpPr>
        <p:spPr>
          <a:xfrm>
            <a:off x="3941899" y="308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12" name="Text 2810"/>
          <p:cNvSpPr/>
          <p:nvPr/>
        </p:nvSpPr>
        <p:spPr>
          <a:xfrm>
            <a:off x="3941899" y="308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13" name="Text 2811"/>
          <p:cNvSpPr/>
          <p:nvPr/>
        </p:nvSpPr>
        <p:spPr>
          <a:xfrm>
            <a:off x="3941899" y="308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14" name="Text 2812"/>
          <p:cNvSpPr/>
          <p:nvPr/>
        </p:nvSpPr>
        <p:spPr>
          <a:xfrm>
            <a:off x="3941899" y="308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15" name="Text 2813"/>
          <p:cNvSpPr/>
          <p:nvPr/>
        </p:nvSpPr>
        <p:spPr>
          <a:xfrm>
            <a:off x="3941899" y="308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16" name="Text 2814"/>
          <p:cNvSpPr/>
          <p:nvPr/>
        </p:nvSpPr>
        <p:spPr>
          <a:xfrm>
            <a:off x="3941899" y="308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17" name="Text 2815"/>
          <p:cNvSpPr/>
          <p:nvPr/>
        </p:nvSpPr>
        <p:spPr>
          <a:xfrm>
            <a:off x="3941899" y="308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18" name="Text 2816"/>
          <p:cNvSpPr/>
          <p:nvPr/>
        </p:nvSpPr>
        <p:spPr>
          <a:xfrm>
            <a:off x="3941899" y="308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19" name="Text 2817"/>
          <p:cNvSpPr/>
          <p:nvPr/>
        </p:nvSpPr>
        <p:spPr>
          <a:xfrm>
            <a:off x="3941899" y="309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20" name="Text 2818"/>
          <p:cNvSpPr/>
          <p:nvPr/>
        </p:nvSpPr>
        <p:spPr>
          <a:xfrm>
            <a:off x="3941899" y="309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21" name="Text 2819"/>
          <p:cNvSpPr/>
          <p:nvPr/>
        </p:nvSpPr>
        <p:spPr>
          <a:xfrm>
            <a:off x="3941899" y="309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22" name="Text 2820"/>
          <p:cNvSpPr/>
          <p:nvPr/>
        </p:nvSpPr>
        <p:spPr>
          <a:xfrm>
            <a:off x="3941899" y="309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23" name="Text 2821"/>
          <p:cNvSpPr/>
          <p:nvPr/>
        </p:nvSpPr>
        <p:spPr>
          <a:xfrm>
            <a:off x="3941899" y="309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24" name="Text 2822"/>
          <p:cNvSpPr/>
          <p:nvPr/>
        </p:nvSpPr>
        <p:spPr>
          <a:xfrm>
            <a:off x="3941899" y="309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25" name="Text 2823"/>
          <p:cNvSpPr/>
          <p:nvPr/>
        </p:nvSpPr>
        <p:spPr>
          <a:xfrm>
            <a:off x="3941899" y="309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26" name="Text 2824"/>
          <p:cNvSpPr/>
          <p:nvPr/>
        </p:nvSpPr>
        <p:spPr>
          <a:xfrm>
            <a:off x="3941899" y="309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27" name="Text 2825"/>
          <p:cNvSpPr/>
          <p:nvPr/>
        </p:nvSpPr>
        <p:spPr>
          <a:xfrm>
            <a:off x="3941899" y="309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28" name="Text 2826"/>
          <p:cNvSpPr/>
          <p:nvPr/>
        </p:nvSpPr>
        <p:spPr>
          <a:xfrm>
            <a:off x="3941899" y="310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29" name="Text 2827"/>
          <p:cNvSpPr/>
          <p:nvPr/>
        </p:nvSpPr>
        <p:spPr>
          <a:xfrm>
            <a:off x="3941899" y="310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30" name="Text 2828"/>
          <p:cNvSpPr/>
          <p:nvPr/>
        </p:nvSpPr>
        <p:spPr>
          <a:xfrm>
            <a:off x="3941899" y="310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31" name="Text 2829"/>
          <p:cNvSpPr/>
          <p:nvPr/>
        </p:nvSpPr>
        <p:spPr>
          <a:xfrm>
            <a:off x="3941899" y="310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32" name="Text 2830"/>
          <p:cNvSpPr/>
          <p:nvPr/>
        </p:nvSpPr>
        <p:spPr>
          <a:xfrm>
            <a:off x="3941899" y="310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33" name="Text 2831"/>
          <p:cNvSpPr/>
          <p:nvPr/>
        </p:nvSpPr>
        <p:spPr>
          <a:xfrm>
            <a:off x="3941899" y="310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34" name="Text 2832"/>
          <p:cNvSpPr/>
          <p:nvPr/>
        </p:nvSpPr>
        <p:spPr>
          <a:xfrm>
            <a:off x="3941899" y="310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35" name="Text 2833"/>
          <p:cNvSpPr/>
          <p:nvPr/>
        </p:nvSpPr>
        <p:spPr>
          <a:xfrm>
            <a:off x="3941899" y="310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36" name="Text 2834"/>
          <p:cNvSpPr/>
          <p:nvPr/>
        </p:nvSpPr>
        <p:spPr>
          <a:xfrm>
            <a:off x="3941899" y="310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37" name="Text 2835"/>
          <p:cNvSpPr/>
          <p:nvPr/>
        </p:nvSpPr>
        <p:spPr>
          <a:xfrm>
            <a:off x="3941899" y="311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38" name="Text 2836"/>
          <p:cNvSpPr/>
          <p:nvPr/>
        </p:nvSpPr>
        <p:spPr>
          <a:xfrm>
            <a:off x="3941899" y="311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39" name="Text 2837"/>
          <p:cNvSpPr/>
          <p:nvPr/>
        </p:nvSpPr>
        <p:spPr>
          <a:xfrm>
            <a:off x="3941899" y="311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40" name="Text 2838"/>
          <p:cNvSpPr/>
          <p:nvPr/>
        </p:nvSpPr>
        <p:spPr>
          <a:xfrm>
            <a:off x="3941899" y="311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41" name="Text 2839"/>
          <p:cNvSpPr/>
          <p:nvPr/>
        </p:nvSpPr>
        <p:spPr>
          <a:xfrm>
            <a:off x="3941899" y="311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42" name="Text 2840"/>
          <p:cNvSpPr/>
          <p:nvPr/>
        </p:nvSpPr>
        <p:spPr>
          <a:xfrm>
            <a:off x="3941899" y="311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43" name="Text 2841"/>
          <p:cNvSpPr/>
          <p:nvPr/>
        </p:nvSpPr>
        <p:spPr>
          <a:xfrm>
            <a:off x="3941899" y="311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44" name="Text 2842"/>
          <p:cNvSpPr/>
          <p:nvPr/>
        </p:nvSpPr>
        <p:spPr>
          <a:xfrm>
            <a:off x="3941899" y="311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45" name="Text 2843"/>
          <p:cNvSpPr/>
          <p:nvPr/>
        </p:nvSpPr>
        <p:spPr>
          <a:xfrm>
            <a:off x="3941899" y="311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46" name="Text 2844"/>
          <p:cNvSpPr/>
          <p:nvPr/>
        </p:nvSpPr>
        <p:spPr>
          <a:xfrm>
            <a:off x="3941899" y="311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47" name="Text 2845"/>
          <p:cNvSpPr/>
          <p:nvPr/>
        </p:nvSpPr>
        <p:spPr>
          <a:xfrm>
            <a:off x="3941899" y="312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48" name="Text 2846"/>
          <p:cNvSpPr/>
          <p:nvPr/>
        </p:nvSpPr>
        <p:spPr>
          <a:xfrm>
            <a:off x="3941899" y="312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49" name="Text 2847"/>
          <p:cNvSpPr/>
          <p:nvPr/>
        </p:nvSpPr>
        <p:spPr>
          <a:xfrm>
            <a:off x="3941899" y="312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50" name="Text 2848"/>
          <p:cNvSpPr/>
          <p:nvPr/>
        </p:nvSpPr>
        <p:spPr>
          <a:xfrm>
            <a:off x="3941899" y="312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51" name="Text 2849"/>
          <p:cNvSpPr/>
          <p:nvPr/>
        </p:nvSpPr>
        <p:spPr>
          <a:xfrm>
            <a:off x="3941899" y="312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52" name="Text 2850"/>
          <p:cNvSpPr/>
          <p:nvPr/>
        </p:nvSpPr>
        <p:spPr>
          <a:xfrm>
            <a:off x="3941899" y="312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53" name="Text 2851"/>
          <p:cNvSpPr/>
          <p:nvPr/>
        </p:nvSpPr>
        <p:spPr>
          <a:xfrm>
            <a:off x="3941899" y="312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54" name="Text 2852"/>
          <p:cNvSpPr/>
          <p:nvPr/>
        </p:nvSpPr>
        <p:spPr>
          <a:xfrm>
            <a:off x="3941899" y="312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55" name="Text 2853"/>
          <p:cNvSpPr/>
          <p:nvPr/>
        </p:nvSpPr>
        <p:spPr>
          <a:xfrm>
            <a:off x="3941899" y="312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56" name="Text 2854"/>
          <p:cNvSpPr/>
          <p:nvPr/>
        </p:nvSpPr>
        <p:spPr>
          <a:xfrm>
            <a:off x="3941899" y="313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57" name="Text 2855"/>
          <p:cNvSpPr/>
          <p:nvPr/>
        </p:nvSpPr>
        <p:spPr>
          <a:xfrm>
            <a:off x="3941899" y="313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58" name="Text 2856"/>
          <p:cNvSpPr/>
          <p:nvPr/>
        </p:nvSpPr>
        <p:spPr>
          <a:xfrm>
            <a:off x="3941899" y="313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59" name="Text 2857"/>
          <p:cNvSpPr/>
          <p:nvPr/>
        </p:nvSpPr>
        <p:spPr>
          <a:xfrm>
            <a:off x="3941899" y="313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60" name="Text 2858"/>
          <p:cNvSpPr/>
          <p:nvPr/>
        </p:nvSpPr>
        <p:spPr>
          <a:xfrm>
            <a:off x="3941899" y="313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61" name="Text 2859"/>
          <p:cNvSpPr/>
          <p:nvPr/>
        </p:nvSpPr>
        <p:spPr>
          <a:xfrm>
            <a:off x="3941899" y="313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62" name="Text 2860"/>
          <p:cNvSpPr/>
          <p:nvPr/>
        </p:nvSpPr>
        <p:spPr>
          <a:xfrm>
            <a:off x="3941899" y="313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63" name="Text 2861"/>
          <p:cNvSpPr/>
          <p:nvPr/>
        </p:nvSpPr>
        <p:spPr>
          <a:xfrm>
            <a:off x="3941899" y="313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64" name="Text 2862"/>
          <p:cNvSpPr/>
          <p:nvPr/>
        </p:nvSpPr>
        <p:spPr>
          <a:xfrm>
            <a:off x="3941899" y="313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65" name="Text 2863"/>
          <p:cNvSpPr/>
          <p:nvPr/>
        </p:nvSpPr>
        <p:spPr>
          <a:xfrm>
            <a:off x="3941899" y="314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66" name="Text 2864"/>
          <p:cNvSpPr/>
          <p:nvPr/>
        </p:nvSpPr>
        <p:spPr>
          <a:xfrm>
            <a:off x="3941899" y="314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67" name="Text 2865"/>
          <p:cNvSpPr/>
          <p:nvPr/>
        </p:nvSpPr>
        <p:spPr>
          <a:xfrm>
            <a:off x="3941899" y="314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68" name="Text 2866"/>
          <p:cNvSpPr/>
          <p:nvPr/>
        </p:nvSpPr>
        <p:spPr>
          <a:xfrm>
            <a:off x="3941899" y="314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69" name="Text 2867"/>
          <p:cNvSpPr/>
          <p:nvPr/>
        </p:nvSpPr>
        <p:spPr>
          <a:xfrm>
            <a:off x="3941899" y="314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70" name="Text 2868"/>
          <p:cNvSpPr/>
          <p:nvPr/>
        </p:nvSpPr>
        <p:spPr>
          <a:xfrm>
            <a:off x="3941899" y="314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71" name="Text 2869"/>
          <p:cNvSpPr/>
          <p:nvPr/>
        </p:nvSpPr>
        <p:spPr>
          <a:xfrm>
            <a:off x="3941899" y="314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72" name="Text 2870"/>
          <p:cNvSpPr/>
          <p:nvPr/>
        </p:nvSpPr>
        <p:spPr>
          <a:xfrm>
            <a:off x="3941899" y="314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73" name="Text 2871"/>
          <p:cNvSpPr/>
          <p:nvPr/>
        </p:nvSpPr>
        <p:spPr>
          <a:xfrm>
            <a:off x="3941899" y="314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74" name="Text 2872"/>
          <p:cNvSpPr/>
          <p:nvPr/>
        </p:nvSpPr>
        <p:spPr>
          <a:xfrm>
            <a:off x="3941899" y="315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75" name="Text 2873"/>
          <p:cNvSpPr/>
          <p:nvPr/>
        </p:nvSpPr>
        <p:spPr>
          <a:xfrm>
            <a:off x="3941899" y="315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76" name="Text 2874"/>
          <p:cNvSpPr/>
          <p:nvPr/>
        </p:nvSpPr>
        <p:spPr>
          <a:xfrm>
            <a:off x="3941899" y="315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77" name="Text 2875"/>
          <p:cNvSpPr/>
          <p:nvPr/>
        </p:nvSpPr>
        <p:spPr>
          <a:xfrm>
            <a:off x="3941899" y="315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78" name="Text 2876"/>
          <p:cNvSpPr/>
          <p:nvPr/>
        </p:nvSpPr>
        <p:spPr>
          <a:xfrm>
            <a:off x="3941899" y="315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79" name="Text 2877"/>
          <p:cNvSpPr/>
          <p:nvPr/>
        </p:nvSpPr>
        <p:spPr>
          <a:xfrm>
            <a:off x="3941899" y="315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80" name="Text 2878"/>
          <p:cNvSpPr/>
          <p:nvPr/>
        </p:nvSpPr>
        <p:spPr>
          <a:xfrm>
            <a:off x="3941899" y="315.7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81" name="Text 2879"/>
          <p:cNvSpPr/>
          <p:nvPr/>
        </p:nvSpPr>
        <p:spPr>
          <a:xfrm>
            <a:off x="3941899" y="315.8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82" name="Text 2880"/>
          <p:cNvSpPr/>
          <p:nvPr/>
        </p:nvSpPr>
        <p:spPr>
          <a:xfrm>
            <a:off x="3941899" y="315.9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83" name="Text 2881"/>
          <p:cNvSpPr/>
          <p:nvPr/>
        </p:nvSpPr>
        <p:spPr>
          <a:xfrm>
            <a:off x="3941899" y="316.0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84" name="Text 2882"/>
          <p:cNvSpPr/>
          <p:nvPr/>
        </p:nvSpPr>
        <p:spPr>
          <a:xfrm>
            <a:off x="3941899" y="316.1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85" name="Text 2883"/>
          <p:cNvSpPr/>
          <p:nvPr/>
        </p:nvSpPr>
        <p:spPr>
          <a:xfrm>
            <a:off x="3941899" y="316.2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86" name="Text 2884"/>
          <p:cNvSpPr/>
          <p:nvPr/>
        </p:nvSpPr>
        <p:spPr>
          <a:xfrm>
            <a:off x="3941899" y="316.3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87" name="Text 2885"/>
          <p:cNvSpPr/>
          <p:nvPr/>
        </p:nvSpPr>
        <p:spPr>
          <a:xfrm>
            <a:off x="3941899" y="316.4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88" name="Text 2886"/>
          <p:cNvSpPr/>
          <p:nvPr/>
        </p:nvSpPr>
        <p:spPr>
          <a:xfrm>
            <a:off x="3941899" y="316.5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89" name="Text 2887"/>
          <p:cNvSpPr/>
          <p:nvPr/>
        </p:nvSpPr>
        <p:spPr>
          <a:xfrm>
            <a:off x="3941899" y="316.6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90" name="Text 2888"/>
          <p:cNvSpPr/>
          <p:nvPr/>
        </p:nvSpPr>
        <p:spPr>
          <a:xfrm>
            <a:off x="3941899" y="316.8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91" name="Text 2889"/>
          <p:cNvSpPr/>
          <p:nvPr/>
        </p:nvSpPr>
        <p:spPr>
          <a:xfrm>
            <a:off x="3941899" y="316.9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92" name="Text 2890"/>
          <p:cNvSpPr/>
          <p:nvPr/>
        </p:nvSpPr>
        <p:spPr>
          <a:xfrm>
            <a:off x="3941899" y="317.0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93" name="Text 2891"/>
          <p:cNvSpPr/>
          <p:nvPr/>
        </p:nvSpPr>
        <p:spPr>
          <a:xfrm>
            <a:off x="3941899" y="317.1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94" name="Text 2892"/>
          <p:cNvSpPr/>
          <p:nvPr/>
        </p:nvSpPr>
        <p:spPr>
          <a:xfrm>
            <a:off x="3941899" y="317.2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95" name="Text 2893"/>
          <p:cNvSpPr/>
          <p:nvPr/>
        </p:nvSpPr>
        <p:spPr>
          <a:xfrm>
            <a:off x="3941899" y="317.3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96" name="Text 2894"/>
          <p:cNvSpPr/>
          <p:nvPr/>
        </p:nvSpPr>
        <p:spPr>
          <a:xfrm>
            <a:off x="3941899" y="317.4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97" name="Text 2895"/>
          <p:cNvSpPr/>
          <p:nvPr/>
        </p:nvSpPr>
        <p:spPr>
          <a:xfrm>
            <a:off x="3941899" y="317.5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98" name="Text 2896"/>
          <p:cNvSpPr/>
          <p:nvPr/>
        </p:nvSpPr>
        <p:spPr>
          <a:xfrm>
            <a:off x="3941899" y="317.6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899" name="Text 2897"/>
          <p:cNvSpPr/>
          <p:nvPr/>
        </p:nvSpPr>
        <p:spPr>
          <a:xfrm>
            <a:off x="3941899" y="317.7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00" name="Text 2898"/>
          <p:cNvSpPr/>
          <p:nvPr/>
        </p:nvSpPr>
        <p:spPr>
          <a:xfrm>
            <a:off x="3941899" y="317.9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01" name="Text 2899"/>
          <p:cNvSpPr/>
          <p:nvPr/>
        </p:nvSpPr>
        <p:spPr>
          <a:xfrm>
            <a:off x="3941899" y="318.0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02" name="Text 2900"/>
          <p:cNvSpPr/>
          <p:nvPr/>
        </p:nvSpPr>
        <p:spPr>
          <a:xfrm>
            <a:off x="3941899" y="318.1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03" name="Text 2901"/>
          <p:cNvSpPr/>
          <p:nvPr/>
        </p:nvSpPr>
        <p:spPr>
          <a:xfrm>
            <a:off x="3941899" y="318.2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04" name="Text 2902"/>
          <p:cNvSpPr/>
          <p:nvPr/>
        </p:nvSpPr>
        <p:spPr>
          <a:xfrm>
            <a:off x="3941899" y="318.3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05" name="Text 2903"/>
          <p:cNvSpPr/>
          <p:nvPr/>
        </p:nvSpPr>
        <p:spPr>
          <a:xfrm>
            <a:off x="3941899" y="318.4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06" name="Text 2904"/>
          <p:cNvSpPr/>
          <p:nvPr/>
        </p:nvSpPr>
        <p:spPr>
          <a:xfrm>
            <a:off x="3941899" y="318.5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07" name="Text 2905"/>
          <p:cNvSpPr/>
          <p:nvPr/>
        </p:nvSpPr>
        <p:spPr>
          <a:xfrm>
            <a:off x="3941899" y="318.6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08" name="Text 2906"/>
          <p:cNvSpPr/>
          <p:nvPr/>
        </p:nvSpPr>
        <p:spPr>
          <a:xfrm>
            <a:off x="3941899" y="318.7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09" name="Text 2907"/>
          <p:cNvSpPr/>
          <p:nvPr/>
        </p:nvSpPr>
        <p:spPr>
          <a:xfrm>
            <a:off x="3941899" y="318.8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10" name="Text 2908"/>
          <p:cNvSpPr/>
          <p:nvPr/>
        </p:nvSpPr>
        <p:spPr>
          <a:xfrm>
            <a:off x="3941899" y="318.9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11" name="Text 2909"/>
          <p:cNvSpPr/>
          <p:nvPr/>
        </p:nvSpPr>
        <p:spPr>
          <a:xfrm>
            <a:off x="3941899" y="319.1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12" name="Text 2910"/>
          <p:cNvSpPr/>
          <p:nvPr/>
        </p:nvSpPr>
        <p:spPr>
          <a:xfrm>
            <a:off x="3941899" y="319.21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13" name="Text 2911"/>
          <p:cNvSpPr/>
          <p:nvPr/>
        </p:nvSpPr>
        <p:spPr>
          <a:xfrm>
            <a:off x="3941899" y="319.32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14" name="Text 2912"/>
          <p:cNvSpPr/>
          <p:nvPr/>
        </p:nvSpPr>
        <p:spPr>
          <a:xfrm>
            <a:off x="3941899" y="319.43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15" name="Text 2913"/>
          <p:cNvSpPr/>
          <p:nvPr/>
        </p:nvSpPr>
        <p:spPr>
          <a:xfrm>
            <a:off x="3941899" y="319.54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16" name="Text 2914"/>
          <p:cNvSpPr/>
          <p:nvPr/>
        </p:nvSpPr>
        <p:spPr>
          <a:xfrm>
            <a:off x="3941899" y="319.65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17" name="Text 2915"/>
          <p:cNvSpPr/>
          <p:nvPr/>
        </p:nvSpPr>
        <p:spPr>
          <a:xfrm>
            <a:off x="3941899" y="319.76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18" name="Text 2916"/>
          <p:cNvSpPr/>
          <p:nvPr/>
        </p:nvSpPr>
        <p:spPr>
          <a:xfrm>
            <a:off x="3941899" y="319.87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19" name="Text 2917"/>
          <p:cNvSpPr/>
          <p:nvPr/>
        </p:nvSpPr>
        <p:spPr>
          <a:xfrm>
            <a:off x="3941899" y="319.98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20" name="Text 2918"/>
          <p:cNvSpPr/>
          <p:nvPr/>
        </p:nvSpPr>
        <p:spPr>
          <a:xfrm>
            <a:off x="3941899" y="320.08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21" name="Text 2919"/>
          <p:cNvSpPr/>
          <p:nvPr/>
        </p:nvSpPr>
        <p:spPr>
          <a:xfrm>
            <a:off x="3941899" y="320.19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22" name="Text 2920"/>
          <p:cNvSpPr/>
          <p:nvPr/>
        </p:nvSpPr>
        <p:spPr>
          <a:xfrm>
            <a:off x="3941899" y="320.30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23" name="Text 2921"/>
          <p:cNvSpPr/>
          <p:nvPr/>
        </p:nvSpPr>
        <p:spPr>
          <a:xfrm>
            <a:off x="3941899" y="320.41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24" name="Text 2922"/>
          <p:cNvSpPr/>
          <p:nvPr/>
        </p:nvSpPr>
        <p:spPr>
          <a:xfrm>
            <a:off x="3941899" y="320.52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25" name="Text 2923"/>
          <p:cNvSpPr/>
          <p:nvPr/>
        </p:nvSpPr>
        <p:spPr>
          <a:xfrm>
            <a:off x="3941899" y="320.63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26" name="Text 2924"/>
          <p:cNvSpPr/>
          <p:nvPr/>
        </p:nvSpPr>
        <p:spPr>
          <a:xfrm>
            <a:off x="3941899" y="320.74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27" name="Text 2925"/>
          <p:cNvSpPr/>
          <p:nvPr/>
        </p:nvSpPr>
        <p:spPr>
          <a:xfrm>
            <a:off x="3941899" y="320.85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28" name="Text 2926"/>
          <p:cNvSpPr/>
          <p:nvPr/>
        </p:nvSpPr>
        <p:spPr>
          <a:xfrm>
            <a:off x="3941899" y="320.964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29" name="Text 2927"/>
          <p:cNvSpPr/>
          <p:nvPr/>
        </p:nvSpPr>
        <p:spPr>
          <a:xfrm>
            <a:off x="3941899" y="321.074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30" name="Text 2928"/>
          <p:cNvSpPr/>
          <p:nvPr/>
        </p:nvSpPr>
        <p:spPr>
          <a:xfrm>
            <a:off x="3941899" y="321.183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31" name="Text 2929"/>
          <p:cNvSpPr/>
          <p:nvPr/>
        </p:nvSpPr>
        <p:spPr>
          <a:xfrm>
            <a:off x="3941899" y="321.292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32" name="Text 2930"/>
          <p:cNvSpPr/>
          <p:nvPr/>
        </p:nvSpPr>
        <p:spPr>
          <a:xfrm>
            <a:off x="3941899" y="321.402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33" name="Text 2931"/>
          <p:cNvSpPr/>
          <p:nvPr/>
        </p:nvSpPr>
        <p:spPr>
          <a:xfrm>
            <a:off x="3941899" y="321.511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34" name="Text 2932"/>
          <p:cNvSpPr/>
          <p:nvPr/>
        </p:nvSpPr>
        <p:spPr>
          <a:xfrm>
            <a:off x="3941899" y="321.621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35" name="Text 2933"/>
          <p:cNvSpPr/>
          <p:nvPr/>
        </p:nvSpPr>
        <p:spPr>
          <a:xfrm>
            <a:off x="3941899" y="321.730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36" name="Text 2934"/>
          <p:cNvSpPr/>
          <p:nvPr/>
        </p:nvSpPr>
        <p:spPr>
          <a:xfrm>
            <a:off x="3941899" y="321.8398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37" name="Text 2935"/>
          <p:cNvSpPr/>
          <p:nvPr/>
        </p:nvSpPr>
        <p:spPr>
          <a:xfrm>
            <a:off x="3941899" y="321.9492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38" name="Text 2936"/>
          <p:cNvSpPr/>
          <p:nvPr/>
        </p:nvSpPr>
        <p:spPr>
          <a:xfrm>
            <a:off x="3941899" y="322.0585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39" name="Text 2937"/>
          <p:cNvSpPr/>
          <p:nvPr/>
        </p:nvSpPr>
        <p:spPr>
          <a:xfrm>
            <a:off x="3941899" y="322.1679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40" name="Text 2938"/>
          <p:cNvSpPr/>
          <p:nvPr/>
        </p:nvSpPr>
        <p:spPr>
          <a:xfrm>
            <a:off x="3941899" y="322.27734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41" name="Text 2939"/>
          <p:cNvSpPr/>
          <p:nvPr/>
        </p:nvSpPr>
        <p:spPr>
          <a:xfrm>
            <a:off x="3941899" y="322.38671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42" name="Text 2940"/>
          <p:cNvSpPr/>
          <p:nvPr/>
        </p:nvSpPr>
        <p:spPr>
          <a:xfrm>
            <a:off x="3941899" y="322.496093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
</a:t>
            </a:r>
            <a:endParaRPr lang="en-US" sz="732" dirty="0"/>
          </a:p>
        </p:txBody>
      </p:sp>
      <p:sp>
        <p:nvSpPr>
          <p:cNvPr id="2943" name="Text 2941"/>
          <p:cNvSpPr/>
          <p:nvPr/>
        </p:nvSpPr>
        <p:spPr>
          <a:xfrm>
            <a:off x="3941899" y="322.60546875"/>
            <a:ext cx="12601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                 </a:t>
            </a:r>
            <a:endParaRPr lang="en-US" sz="73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25066"/>
            <a:ext cx="9144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QUANTUM STATE MANAGEMENT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0" y="1053703"/>
            <a:ext cx="9144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Reality Programming Techniques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99349" y="1739503"/>
            <a:ext cx="2145274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💭 💭 💭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|  |  |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⚛️ ⚛️ ⚛️ ⚛️ ⚛️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\  |  |  |  /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\ | /\ | /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\|/  \|/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🧠       o     💻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/|\    |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/ | \   |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/  |  \  |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|     |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/ \    |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/   \  ===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/     \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REALITY.js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function alterReality() {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const observer = consciousness;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const quantum = superposition;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return observer.collapse(quantum);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}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</a:t>
            </a:r>
            <a:endParaRPr lang="en-US" sz="732" dirty="0"/>
          </a:p>
        </p:txBody>
      </p:sp>
      <p:sp>
        <p:nvSpPr>
          <p:cNvPr id="6" name="Text 3"/>
          <p:cNvSpPr/>
          <p:nvPr/>
        </p:nvSpPr>
        <p:spPr>
          <a:xfrm>
            <a:off x="0" y="4425553"/>
            <a:ext cx="9144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"The universe is not only stranger than we imagine, it's stranger than we CAN imagine." 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8620665" y="4922044"/>
            <a:ext cx="38046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155/420</a:t>
            </a:r>
            <a:endParaRPr lang="en-US" sz="73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41706" y="132159"/>
            <a:ext cx="346056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FF4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Portal Creation Techniques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30404" y="660797"/>
            <a:ext cx="348319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Gateway Opening - Interdimensional Travel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1714500" y="1203722"/>
            <a:ext cx="5715000" cy="3807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2784025" y="957263"/>
            <a:ext cx="3575949" cy="430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/*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* PORTAL CREATION TECHNIQUE - STICK FIGURE VISUALIZATION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* Black and white hand-painted line art with graffiti elements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*/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        ✧  ✦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      ✦    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    ✧          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   ✦          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  ✧              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 ✦              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✧                  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✦                  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✧           🌀        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✦                    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✧                      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✦                    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✧                      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✦                  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✧                  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 ✦              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  ✧              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   ✦          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    ✧           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      ✦         ✦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              ✧  ✦  ✧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o       \|/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/|\      💨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/ \      🌿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STEP 1: FOCUS    STEP 2: VISUALIZE    STEP 3: MANIFEST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/* 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* GRAFFITI INSTRUCTIONS: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* 1. ALIGN FREQUENCY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* 2. FORM GEOMETRIC INTENT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* 3. CHANNEL COSMIC ENERGY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* 4. PIERCE DIMENSIONAL VEIL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* 5. STABILIZE GATEWAY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*/</a:t>
            </a:r>
            <a:endParaRPr lang="en-US" sz="732" dirty="0"/>
          </a:p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</a:t>
            </a:r>
            <a:endParaRPr lang="en-US" sz="732" dirty="0"/>
          </a:p>
        </p:txBody>
      </p:sp>
      <p:sp>
        <p:nvSpPr>
          <p:cNvPr id="7" name="Text 4"/>
          <p:cNvSpPr/>
          <p:nvPr/>
        </p:nvSpPr>
        <p:spPr>
          <a:xfrm>
            <a:off x="8804979" y="4900613"/>
            <a:ext cx="1961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239</a:t>
            </a:r>
            <a:endParaRPr lang="en-US" sz="83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2025-09-19T13:46:16Z</dcterms:created>
  <dcterms:modified xsi:type="dcterms:W3CDTF">2025-09-19T13:46:16Z</dcterms:modified>
</cp:coreProperties>
</file>